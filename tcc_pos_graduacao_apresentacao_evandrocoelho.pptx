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12" r:id="rId1"/>
  </p:sldMasterIdLst>
  <p:notesMasterIdLst>
    <p:notesMasterId r:id="rId31"/>
  </p:notesMasterIdLst>
  <p:handoutMasterIdLst>
    <p:handoutMasterId r:id="rId32"/>
  </p:handoutMasterIdLst>
  <p:sldIdLst>
    <p:sldId id="265" r:id="rId2"/>
    <p:sldId id="259" r:id="rId3"/>
    <p:sldId id="261" r:id="rId4"/>
    <p:sldId id="262" r:id="rId5"/>
    <p:sldId id="282" r:id="rId6"/>
    <p:sldId id="290" r:id="rId7"/>
    <p:sldId id="283" r:id="rId8"/>
    <p:sldId id="288" r:id="rId9"/>
    <p:sldId id="284" r:id="rId10"/>
    <p:sldId id="285" r:id="rId11"/>
    <p:sldId id="286" r:id="rId12"/>
    <p:sldId id="267" r:id="rId13"/>
    <p:sldId id="258" r:id="rId14"/>
    <p:sldId id="266" r:id="rId15"/>
    <p:sldId id="274" r:id="rId16"/>
    <p:sldId id="275" r:id="rId17"/>
    <p:sldId id="272" r:id="rId18"/>
    <p:sldId id="289" r:id="rId19"/>
    <p:sldId id="273" r:id="rId20"/>
    <p:sldId id="268" r:id="rId21"/>
    <p:sldId id="281" r:id="rId22"/>
    <p:sldId id="277" r:id="rId23"/>
    <p:sldId id="291" r:id="rId24"/>
    <p:sldId id="269" r:id="rId25"/>
    <p:sldId id="278" r:id="rId26"/>
    <p:sldId id="280" r:id="rId27"/>
    <p:sldId id="270" r:id="rId28"/>
    <p:sldId id="287" r:id="rId29"/>
    <p:sldId id="271" r:id="rId30"/>
  </p:sldIdLst>
  <p:sldSz cx="12192000" cy="6858000"/>
  <p:notesSz cx="6858000" cy="9144000"/>
  <p:defaultTextStyle>
    <a:defPPr rtl="0">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C Almeida" initials="CA" lastIdx="2" clrIdx="0">
    <p:extLst>
      <p:ext uri="{19B8F6BF-5375-455C-9EA6-DF929625EA0E}">
        <p15:presenceInfo xmlns:p15="http://schemas.microsoft.com/office/powerpoint/2012/main" userId="68b6264d8dcde25e"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édio 2 - Ênfas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548" autoAdjust="0"/>
    <p:restoredTop sz="94660"/>
  </p:normalViewPr>
  <p:slideViewPr>
    <p:cSldViewPr snapToGrid="0">
      <p:cViewPr varScale="1">
        <p:scale>
          <a:sx n="111" d="100"/>
          <a:sy n="111" d="100"/>
        </p:scale>
        <p:origin x="464" y="200"/>
      </p:cViewPr>
      <p:guideLst/>
    </p:cSldViewPr>
  </p:slideViewPr>
  <p:notesTextViewPr>
    <p:cViewPr>
      <p:scale>
        <a:sx n="1" d="1"/>
        <a:sy n="1" d="1"/>
      </p:scale>
      <p:origin x="0" y="0"/>
    </p:cViewPr>
  </p:notesTextViewPr>
  <p:notesViewPr>
    <p:cSldViewPr snapToGrid="0">
      <p:cViewPr varScale="1">
        <p:scale>
          <a:sx n="120" d="100"/>
          <a:sy n="120" d="100"/>
        </p:scale>
        <p:origin x="5040" y="108"/>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commentAuthors" Target="commentAuthor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handoutMaster" Target="handoutMasters/handoutMaster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diagrams/colors1.xml><?xml version="1.0" encoding="utf-8"?>
<dgm:colorsDef xmlns:dgm="http://schemas.openxmlformats.org/drawingml/2006/diagram" xmlns:a="http://schemas.openxmlformats.org/drawingml/2006/main" uniqueId="urn:microsoft.com/office/officeart/2005/8/colors/accent1_3">
  <dgm:title val=""/>
  <dgm:desc val=""/>
  <dgm:catLst>
    <dgm:cat type="accent1" pri="11300"/>
  </dgm:catLst>
  <dgm:styleLbl name="node0">
    <dgm:fillClrLst meth="repeat">
      <a:schemeClr val="accent1">
        <a:shade val="80000"/>
      </a:schemeClr>
    </dgm:fillClrLst>
    <dgm:linClrLst meth="repeat">
      <a:schemeClr val="lt1"/>
    </dgm:linClrLst>
    <dgm:effectClrLst/>
    <dgm:txLinClrLst/>
    <dgm:txFillClrLst/>
    <dgm:txEffectClrLst/>
  </dgm:styleLbl>
  <dgm:styleLbl name="alignNode1">
    <dgm:fillClrLst>
      <a:schemeClr val="accent1">
        <a:shade val="80000"/>
      </a:schemeClr>
      <a:schemeClr val="accent1">
        <a:tint val="70000"/>
      </a:schemeClr>
    </dgm:fillClrLst>
    <dgm:linClrLst>
      <a:schemeClr val="accent1">
        <a:shade val="80000"/>
      </a:schemeClr>
      <a:schemeClr val="accent1">
        <a:tint val="70000"/>
      </a:schemeClr>
    </dgm:linClrLst>
    <dgm:effectClrLst/>
    <dgm:txLinClrLst/>
    <dgm:txFillClrLst/>
    <dgm:txEffectClrLst/>
  </dgm:styleLbl>
  <dgm:styleLbl name="node1">
    <dgm:fillClrLst>
      <a:schemeClr val="accent1">
        <a:shade val="80000"/>
      </a:schemeClr>
      <a:schemeClr val="accent1">
        <a:tint val="70000"/>
      </a:schemeClr>
    </dgm:fillClrLst>
    <dgm:linClrLst meth="repeat">
      <a:schemeClr val="lt1"/>
    </dgm:linClrLst>
    <dgm:effectClrLst/>
    <dgm:txLinClrLst/>
    <dgm:txFillClrLst/>
    <dgm:txEffectClrLst/>
  </dgm:styleLbl>
  <dgm:styleLbl name="lnNode1">
    <dgm:fillClrLst>
      <a:schemeClr val="accent1">
        <a:shade val="80000"/>
      </a:schemeClr>
      <a:schemeClr val="accent1">
        <a:tint val="70000"/>
      </a:schemeClr>
    </dgm:fillClrLst>
    <dgm:linClrLst meth="repeat">
      <a:schemeClr val="lt1"/>
    </dgm:linClrLst>
    <dgm:effectClrLst/>
    <dgm:txLinClrLst/>
    <dgm:txFillClrLst/>
    <dgm:txEffectClrLst/>
  </dgm:styleLbl>
  <dgm:styleLbl name="vennNode1">
    <dgm:fillClrLst>
      <a:schemeClr val="accent1">
        <a:shade val="80000"/>
        <a:alpha val="50000"/>
      </a:schemeClr>
      <a:schemeClr val="accent1">
        <a:tint val="70000"/>
        <a:alpha val="50000"/>
      </a:schemeClr>
    </dgm:fillClrLst>
    <dgm:linClrLst meth="repeat">
      <a:schemeClr val="lt1"/>
    </dgm:linClrLst>
    <dgm:effectClrLst/>
    <dgm:txLinClrLst/>
    <dgm:txFillClrLst/>
    <dgm:txEffectClrLst/>
  </dgm:styleLbl>
  <dgm:styleLbl name="node2">
    <dgm:fillClrLst>
      <a:schemeClr val="accent1">
        <a:tint val="99000"/>
      </a:schemeClr>
    </dgm:fillClrLst>
    <dgm:linClrLst meth="repeat">
      <a:schemeClr val="lt1"/>
    </dgm:linClrLst>
    <dgm:effectClrLst/>
    <dgm:txLinClrLst/>
    <dgm:txFillClrLst/>
    <dgm:txEffectClrLst/>
  </dgm:styleLbl>
  <dgm:styleLbl name="node3">
    <dgm:fillClrLst>
      <a:schemeClr val="accent1">
        <a:tint val="80000"/>
      </a:schemeClr>
    </dgm:fillClrLst>
    <dgm:linClrLst meth="repeat">
      <a:schemeClr val="lt1"/>
    </dgm:linClrLst>
    <dgm:effectClrLst/>
    <dgm:txLinClrLst/>
    <dgm:txFillClrLst/>
    <dgm:txEffectClrLst/>
  </dgm:styleLbl>
  <dgm:styleLbl name="node4">
    <dgm:fillClrLst>
      <a:schemeClr val="accent1">
        <a:tint val="70000"/>
      </a:schemeClr>
    </dgm:fillClrLst>
    <dgm:linClrLst meth="repeat">
      <a:schemeClr val="lt1"/>
    </dgm:linClrLst>
    <dgm:effectClrLst/>
    <dgm:txLinClrLst/>
    <dgm:txFillClrLst/>
    <dgm:txEffectClrLst/>
  </dgm:styleLbl>
  <dgm:styleLbl name="fgImgPlace1">
    <dgm:fillClrLst>
      <a:schemeClr val="accent1">
        <a:tint val="50000"/>
      </a:schemeClr>
      <a:schemeClr val="accent1">
        <a:tint val="2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1">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1">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1">
        <a:shade val="90000"/>
      </a:schemeClr>
      <a:schemeClr val="accent1">
        <a:tint val="70000"/>
      </a:schemeClr>
    </dgm:fillClrLst>
    <dgm:linClrLst>
      <a:schemeClr val="accent1">
        <a:shade val="90000"/>
      </a:schemeClr>
      <a:schemeClr val="accent1">
        <a:tint val="70000"/>
      </a:schemeClr>
    </dgm:linClrLst>
    <dgm:effectClrLst/>
    <dgm:txLinClrLst/>
    <dgm:txFillClrLst/>
    <dgm:txEffectClrLst/>
  </dgm:styleLbl>
  <dgm:styleLbl name="fgSibTrans2D1">
    <dgm:fillClrLst>
      <a:schemeClr val="accent1">
        <a:shade val="90000"/>
      </a:schemeClr>
      <a:schemeClr val="accent1">
        <a:tint val="70000"/>
      </a:schemeClr>
    </dgm:fillClrLst>
    <dgm:linClrLst>
      <a:schemeClr val="accent1">
        <a:shade val="90000"/>
      </a:schemeClr>
      <a:schemeClr val="accent1">
        <a:tint val="70000"/>
      </a:schemeClr>
    </dgm:linClrLst>
    <dgm:effectClrLst/>
    <dgm:txLinClrLst/>
    <dgm:txFillClrLst meth="repeat">
      <a:schemeClr val="lt1"/>
    </dgm:txFillClrLst>
    <dgm:txEffectClrLst/>
  </dgm:styleLbl>
  <dgm:styleLbl name="bgSibTrans2D1">
    <dgm:fillClrLst>
      <a:schemeClr val="accent1">
        <a:shade val="90000"/>
      </a:schemeClr>
      <a:schemeClr val="accent1">
        <a:tint val="70000"/>
      </a:schemeClr>
    </dgm:fillClrLst>
    <dgm:linClrLst>
      <a:schemeClr val="accent1">
        <a:shade val="90000"/>
      </a:schemeClr>
      <a:schemeClr val="accent1">
        <a:tint val="70000"/>
      </a:schemeClr>
    </dgm:linClrLst>
    <dgm:effectClrLst/>
    <dgm:txLinClrLst/>
    <dgm:txFillClrLst meth="repeat">
      <a:schemeClr val="lt1"/>
    </dgm:txFillClrLst>
    <dgm:txEffectClrLst/>
  </dgm:styleLbl>
  <dgm:styleLbl name="sibTrans1D1">
    <dgm:fillClrLst>
      <a:schemeClr val="accent1">
        <a:shade val="90000"/>
      </a:schemeClr>
      <a:schemeClr val="accent1">
        <a:tint val="70000"/>
      </a:schemeClr>
    </dgm:fillClrLst>
    <dgm:linClrLst>
      <a:schemeClr val="accent1">
        <a:shade val="90000"/>
      </a:schemeClr>
      <a:schemeClr val="accent1">
        <a:tint val="70000"/>
      </a:schemeClr>
    </dgm:linClrLst>
    <dgm:effectClrLst/>
    <dgm:txLinClrLst/>
    <dgm:txFillClrLst meth="repeat">
      <a:schemeClr val="tx1"/>
    </dgm:txFillClrLst>
    <dgm:txEffectClrLst/>
  </dgm:styleLbl>
  <dgm:styleLbl name="callout">
    <dgm:fillClrLst meth="repeat">
      <a:schemeClr val="accent1"/>
    </dgm:fillClrLst>
    <dgm:linClrLst meth="repeat">
      <a:schemeClr val="accent1"/>
    </dgm:linClrLst>
    <dgm:effectClrLst/>
    <dgm:txLinClrLst/>
    <dgm:txFillClrLst meth="repeat">
      <a:schemeClr val="tx1"/>
    </dgm:txFillClrLst>
    <dgm:txEffectClrLst/>
  </dgm:styleLbl>
  <dgm:styleLbl name="asst0">
    <dgm:fillClrLst meth="repeat">
      <a:schemeClr val="accent1">
        <a:shade val="80000"/>
      </a:schemeClr>
    </dgm:fillClrLst>
    <dgm:linClrLst meth="repeat">
      <a:schemeClr val="lt1"/>
    </dgm:linClrLst>
    <dgm:effectClrLst/>
    <dgm:txLinClrLst/>
    <dgm:txFillClrLst/>
    <dgm:txEffectClrLst/>
  </dgm:styleLbl>
  <dgm:styleLbl name="asst1">
    <dgm:fillClrLst meth="repeat">
      <a:schemeClr val="accent1">
        <a:shade val="80000"/>
      </a:schemeClr>
    </dgm:fillClrLst>
    <dgm:linClrLst meth="repeat">
      <a:schemeClr val="lt1"/>
    </dgm:linClrLst>
    <dgm:effectClrLst/>
    <dgm:txLinClrLst/>
    <dgm:txFillClrLst/>
    <dgm:txEffectClrLst/>
  </dgm:styleLbl>
  <dgm:styleLbl name="asst2">
    <dgm:fillClrLst>
      <a:schemeClr val="accent1">
        <a:tint val="99000"/>
      </a:schemeClr>
    </dgm:fillClrLst>
    <dgm:linClrLst meth="repeat">
      <a:schemeClr val="lt1"/>
    </dgm:linClrLst>
    <dgm:effectClrLst/>
    <dgm:txLinClrLst/>
    <dgm:txFillClrLst/>
    <dgm:txEffectClrLst/>
  </dgm:styleLbl>
  <dgm:styleLbl name="asst3">
    <dgm:fillClrLst>
      <a:schemeClr val="accent1">
        <a:tint val="80000"/>
      </a:schemeClr>
    </dgm:fillClrLst>
    <dgm:linClrLst meth="repeat">
      <a:schemeClr val="lt1"/>
    </dgm:linClrLst>
    <dgm:effectClrLst/>
    <dgm:txLinClrLst/>
    <dgm:txFillClrLst/>
    <dgm:txEffectClrLst/>
  </dgm:styleLbl>
  <dgm:styleLbl name="asst4">
    <dgm:fillClrLst>
      <a:schemeClr val="accent1">
        <a:tint val="70000"/>
      </a:schemeClr>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a:tint val="90000"/>
      </a:schemeClr>
    </dgm:fillClrLst>
    <dgm:linClrLst meth="repeat">
      <a:schemeClr val="accent1">
        <a:tint val="90000"/>
      </a:schemeClr>
    </dgm:linClrLst>
    <dgm:effectClrLst/>
    <dgm:txLinClrLst/>
    <dgm:txFillClrLst/>
    <dgm:txEffectClrLst/>
  </dgm:styleLbl>
  <dgm:styleLbl name="parChTrans2D3">
    <dgm:fillClrLst meth="repeat">
      <a:schemeClr val="accent1">
        <a:tint val="70000"/>
      </a:schemeClr>
    </dgm:fillClrLst>
    <dgm:linClrLst meth="repeat">
      <a:schemeClr val="accent1">
        <a:tint val="70000"/>
      </a:schemeClr>
    </dgm:linClrLst>
    <dgm:effectClrLst/>
    <dgm:txLinClrLst/>
    <dgm:txFillClrLst/>
    <dgm:txEffectClrLst/>
  </dgm:styleLbl>
  <dgm:styleLbl name="parChTrans2D4">
    <dgm:fillClrLst meth="repeat">
      <a:schemeClr val="accent1">
        <a:tint val="50000"/>
      </a:schemeClr>
    </dgm:fillClrLst>
    <dgm:linClrLst meth="repeat">
      <a:schemeClr val="accent1">
        <a:tint val="50000"/>
      </a:schemeClr>
    </dgm:linClrLst>
    <dgm:effectClrLst/>
    <dgm:txLinClrLst/>
    <dgm:txFillClrLst meth="repeat">
      <a:schemeClr val="lt1"/>
    </dgm:txFillClrLst>
    <dgm:txEffectClrLst/>
  </dgm:styleLbl>
  <dgm:styleLbl name="parChTrans1D1">
    <dgm:fillClrLst meth="repeat">
      <a:schemeClr val="accent1">
        <a:shade val="80000"/>
      </a:schemeClr>
    </dgm:fillClrLst>
    <dgm:linClrLst meth="repeat">
      <a:schemeClr val="accent1">
        <a:shade val="80000"/>
      </a:schemeClr>
    </dgm:linClrLst>
    <dgm:effectClrLst/>
    <dgm:txLinClrLst/>
    <dgm:txFillClrLst meth="repeat">
      <a:schemeClr val="tx1"/>
    </dgm:txFillClrLst>
    <dgm:txEffectClrLst/>
  </dgm:styleLbl>
  <dgm:styleLbl name="parChTrans1D2">
    <dgm:fillClrLst meth="repeat">
      <a:schemeClr val="accent1">
        <a:tint val="99000"/>
      </a:schemeClr>
    </dgm:fillClrLst>
    <dgm:linClrLst meth="repeat">
      <a:schemeClr val="accent1">
        <a:tint val="99000"/>
      </a:schemeClr>
    </dgm:linClrLst>
    <dgm:effectClrLst/>
    <dgm:txLinClrLst/>
    <dgm:txFillClrLst meth="repeat">
      <a:schemeClr val="tx1"/>
    </dgm:txFillClrLst>
    <dgm:txEffectClrLst/>
  </dgm:styleLbl>
  <dgm:styleLbl name="parChTrans1D3">
    <dgm:fillClrLst meth="repeat">
      <a:schemeClr val="accent1">
        <a:tint val="80000"/>
      </a:schemeClr>
    </dgm:fillClrLst>
    <dgm:linClrLst meth="repeat">
      <a:schemeClr val="accent1">
        <a:tint val="80000"/>
      </a:schemeClr>
    </dgm:linClrLst>
    <dgm:effectClrLst/>
    <dgm:txLinClrLst/>
    <dgm:txFillClrLst meth="repeat">
      <a:schemeClr val="tx1"/>
    </dgm:txFillClrLst>
    <dgm:txEffectClrLst/>
  </dgm:styleLbl>
  <dgm:styleLbl name="parChTrans1D4">
    <dgm:fillClrLst meth="repeat">
      <a:schemeClr val="accent1">
        <a:tint val="70000"/>
      </a:schemeClr>
    </dgm:fillClrLst>
    <dgm:linClrLst meth="repeat">
      <a:schemeClr val="accent1">
        <a:tint val="70000"/>
      </a:schemeClr>
    </dgm:linClrLst>
    <dgm:effectClrLst/>
    <dgm:txLinClrLst/>
    <dgm:txFillClrLst meth="repeat">
      <a:schemeClr val="tx1"/>
    </dgm:txFillClrLst>
    <dgm:txEffectClrLst/>
  </dgm:styleLbl>
  <dgm:styleLbl name="fgAcc1">
    <dgm:fillClrLst meth="repeat">
      <a:schemeClr val="lt1">
        <a:alpha val="90000"/>
      </a:schemeClr>
    </dgm:fillClrLst>
    <dgm:linClrLst>
      <a:schemeClr val="accent1">
        <a:shade val="80000"/>
      </a:schemeClr>
      <a:schemeClr val="accent1">
        <a:tint val="70000"/>
      </a:schemeClr>
    </dgm:linClrLst>
    <dgm:effectClrLst/>
    <dgm:txLinClrLst/>
    <dgm:txFillClrLst meth="repeat">
      <a:schemeClr val="dk1"/>
    </dgm:txFillClrLst>
    <dgm:txEffectClrLst/>
  </dgm:styleLbl>
  <dgm:styleLbl name="conFgAcc1">
    <dgm:fillClrLst meth="repeat">
      <a:schemeClr val="lt1">
        <a:alpha val="90000"/>
      </a:schemeClr>
    </dgm:fillClrLst>
    <dgm:linClrLst>
      <a:schemeClr val="accent1">
        <a:shade val="80000"/>
      </a:schemeClr>
      <a:schemeClr val="accent1">
        <a:tint val="70000"/>
      </a:schemeClr>
    </dgm:linClrLst>
    <dgm:effectClrLst/>
    <dgm:txLinClrLst/>
    <dgm:txFillClrLst meth="repeat">
      <a:schemeClr val="dk1"/>
    </dgm:txFillClrLst>
    <dgm:txEffectClrLst/>
  </dgm:styleLbl>
  <dgm:styleLbl name="alignAcc1">
    <dgm:fillClrLst meth="repeat">
      <a:schemeClr val="lt1">
        <a:alpha val="90000"/>
      </a:schemeClr>
    </dgm:fillClrLst>
    <dgm:linClrLst>
      <a:schemeClr val="accent1">
        <a:shade val="80000"/>
      </a:schemeClr>
      <a:schemeClr val="accent1">
        <a:tint val="70000"/>
      </a:schemeClr>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a:schemeClr val="accent1">
        <a:shade val="80000"/>
      </a:schemeClr>
      <a:schemeClr val="accent1">
        <a:tint val="70000"/>
      </a:schemeClr>
    </dgm:linClrLst>
    <dgm:effectClrLst/>
    <dgm:txLinClrLst/>
    <dgm:txFillClrLst meth="repeat">
      <a:schemeClr val="dk1"/>
    </dgm:txFillClrLst>
    <dgm:txEffectClrLst/>
  </dgm:styleLbl>
  <dgm:styleLbl name="solidFgAcc1">
    <dgm:fillClrLst meth="repeat">
      <a:schemeClr val="lt1"/>
    </dgm:fillClrLst>
    <dgm:linClrLst>
      <a:schemeClr val="accent1">
        <a:shade val="80000"/>
      </a:schemeClr>
      <a:schemeClr val="accent1">
        <a:tint val="70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a:tint val="99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a:tint val="8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a:tint val="70000"/>
      </a:schemeClr>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1">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A70FD8F-0050-42E3-8B3A-6ED7CFB9852E}" type="doc">
      <dgm:prSet loTypeId="urn:microsoft.com/office/officeart/2016/7/layout/RoundedRectangleTimeline" loCatId="process" qsTypeId="urn:microsoft.com/office/officeart/2005/8/quickstyle/simple1" qsCatId="simple" csTypeId="urn:microsoft.com/office/officeart/2005/8/colors/accent1_3" csCatId="accent1" phldr="1"/>
      <dgm:spPr/>
      <dgm:t>
        <a:bodyPr rtlCol="0"/>
        <a:lstStyle/>
        <a:p>
          <a:pPr rtl="0"/>
          <a:endParaRPr lang="en-US"/>
        </a:p>
      </dgm:t>
    </dgm:pt>
    <dgm:pt modelId="{8DB5D7D5-6A1C-4ABC-8850-759A9D876047}">
      <dgm:prSet/>
      <dgm:spPr/>
      <dgm:t>
        <a:bodyPr rtlCol="0"/>
        <a:lstStyle/>
        <a:p>
          <a:pPr rtl="0"/>
          <a:r>
            <a:rPr lang="pt-br" dirty="0"/>
            <a:t>1ª etapa</a:t>
          </a:r>
        </a:p>
      </dgm:t>
    </dgm:pt>
    <dgm:pt modelId="{D8874F40-D7B0-41DE-BB6F-A6014FEAB2D7}" type="parTrans" cxnId="{C5202EE1-10E9-4076-9D55-9E0CF8B152AF}">
      <dgm:prSet/>
      <dgm:spPr/>
      <dgm:t>
        <a:bodyPr rtlCol="0"/>
        <a:lstStyle/>
        <a:p>
          <a:pPr rtl="0"/>
          <a:endParaRPr lang="en-US"/>
        </a:p>
      </dgm:t>
    </dgm:pt>
    <dgm:pt modelId="{BD6E0A2E-99C8-4F5A-971A-CD211D1099FF}" type="sibTrans" cxnId="{C5202EE1-10E9-4076-9D55-9E0CF8B152AF}">
      <dgm:prSet/>
      <dgm:spPr/>
      <dgm:t>
        <a:bodyPr rtlCol="0"/>
        <a:lstStyle/>
        <a:p>
          <a:pPr rtl="0"/>
          <a:endParaRPr lang="en-US"/>
        </a:p>
      </dgm:t>
    </dgm:pt>
    <dgm:pt modelId="{96262926-A67D-4E4E-9515-5EBC67F0B634}">
      <dgm:prSet custT="1"/>
      <dgm:spPr/>
      <dgm:t>
        <a:bodyPr rtlCol="0"/>
        <a:lstStyle/>
        <a:p>
          <a:pPr rtl="0"/>
          <a:r>
            <a:rPr lang="pt-br" sz="1800" dirty="0"/>
            <a:t>Pré-processamento</a:t>
          </a:r>
        </a:p>
      </dgm:t>
    </dgm:pt>
    <dgm:pt modelId="{EC74E552-C501-4B0E-9400-E8B410F53D50}" type="parTrans" cxnId="{8C5B110A-FBC3-4CBF-BED2-413E87D4DAD5}">
      <dgm:prSet/>
      <dgm:spPr/>
      <dgm:t>
        <a:bodyPr rtlCol="0"/>
        <a:lstStyle/>
        <a:p>
          <a:pPr rtl="0"/>
          <a:endParaRPr lang="en-US"/>
        </a:p>
      </dgm:t>
    </dgm:pt>
    <dgm:pt modelId="{1DA7ACEB-F642-43C1-BCB5-F580B9B985B9}" type="sibTrans" cxnId="{8C5B110A-FBC3-4CBF-BED2-413E87D4DAD5}">
      <dgm:prSet/>
      <dgm:spPr/>
      <dgm:t>
        <a:bodyPr rtlCol="0"/>
        <a:lstStyle/>
        <a:p>
          <a:pPr rtl="0"/>
          <a:endParaRPr lang="en-US"/>
        </a:p>
      </dgm:t>
    </dgm:pt>
    <dgm:pt modelId="{C5146535-FD3D-4589-98A3-623B8DA4B8DB}">
      <dgm:prSet/>
      <dgm:spPr/>
      <dgm:t>
        <a:bodyPr rtlCol="0"/>
        <a:lstStyle/>
        <a:p>
          <a:pPr rtl="0"/>
          <a:r>
            <a:rPr lang="pt-br" dirty="0"/>
            <a:t>2ª etapa</a:t>
          </a:r>
        </a:p>
      </dgm:t>
    </dgm:pt>
    <dgm:pt modelId="{20848F78-EC70-4162-96CE-CC68006930F0}" type="parTrans" cxnId="{8EBF857E-7408-4941-91E4-293B0F59EEF7}">
      <dgm:prSet/>
      <dgm:spPr/>
      <dgm:t>
        <a:bodyPr rtlCol="0"/>
        <a:lstStyle/>
        <a:p>
          <a:pPr rtl="0"/>
          <a:endParaRPr lang="en-US"/>
        </a:p>
      </dgm:t>
    </dgm:pt>
    <dgm:pt modelId="{7A3CCAF8-AC3A-401E-AEDD-44BBC1AA9C31}" type="sibTrans" cxnId="{8EBF857E-7408-4941-91E4-293B0F59EEF7}">
      <dgm:prSet/>
      <dgm:spPr/>
      <dgm:t>
        <a:bodyPr rtlCol="0"/>
        <a:lstStyle/>
        <a:p>
          <a:pPr rtl="0"/>
          <a:endParaRPr lang="en-US"/>
        </a:p>
      </dgm:t>
    </dgm:pt>
    <dgm:pt modelId="{E80CA270-6C90-4E17-ACEA-46B56AD54DD1}">
      <dgm:prSet custT="1"/>
      <dgm:spPr/>
      <dgm:t>
        <a:bodyPr rtlCol="0"/>
        <a:lstStyle/>
        <a:p>
          <a:pPr rtl="0"/>
          <a:r>
            <a:rPr lang="pt-br" sz="1800" dirty="0"/>
            <a:t>Treino (Validação Cruzada)</a:t>
          </a:r>
        </a:p>
      </dgm:t>
    </dgm:pt>
    <dgm:pt modelId="{7EEC8067-96EF-4BE0-8BE3-BA59ED78A31F}" type="parTrans" cxnId="{2DC28DF8-5C1B-4F53-A4C1-D5B63FB54BAF}">
      <dgm:prSet/>
      <dgm:spPr/>
      <dgm:t>
        <a:bodyPr rtlCol="0"/>
        <a:lstStyle/>
        <a:p>
          <a:pPr rtl="0"/>
          <a:endParaRPr lang="en-US"/>
        </a:p>
      </dgm:t>
    </dgm:pt>
    <dgm:pt modelId="{1AFE46E5-6B07-4894-8ECB-21BD7E7B8AF1}" type="sibTrans" cxnId="{2DC28DF8-5C1B-4F53-A4C1-D5B63FB54BAF}">
      <dgm:prSet/>
      <dgm:spPr/>
      <dgm:t>
        <a:bodyPr rtlCol="0"/>
        <a:lstStyle/>
        <a:p>
          <a:pPr rtl="0"/>
          <a:endParaRPr lang="en-US"/>
        </a:p>
      </dgm:t>
    </dgm:pt>
    <dgm:pt modelId="{09C152DA-7620-4852-8162-A77EC3609F3F}">
      <dgm:prSet/>
      <dgm:spPr/>
      <dgm:t>
        <a:bodyPr rtlCol="0"/>
        <a:lstStyle/>
        <a:p>
          <a:pPr rtl="0"/>
          <a:r>
            <a:rPr lang="pt-br" dirty="0"/>
            <a:t>3ª etapa</a:t>
          </a:r>
        </a:p>
      </dgm:t>
    </dgm:pt>
    <dgm:pt modelId="{9F6D14C0-6C82-4CBD-8D6D-B0E117B6F2ED}" type="parTrans" cxnId="{23ECAC8B-17A4-4883-AA0E-06D66B7E788A}">
      <dgm:prSet/>
      <dgm:spPr/>
      <dgm:t>
        <a:bodyPr rtlCol="0"/>
        <a:lstStyle/>
        <a:p>
          <a:pPr rtl="0"/>
          <a:endParaRPr lang="en-US"/>
        </a:p>
      </dgm:t>
    </dgm:pt>
    <dgm:pt modelId="{0AE8D36D-0F0F-4206-AE39-0A2D73987B68}" type="sibTrans" cxnId="{23ECAC8B-17A4-4883-AA0E-06D66B7E788A}">
      <dgm:prSet/>
      <dgm:spPr/>
      <dgm:t>
        <a:bodyPr rtlCol="0"/>
        <a:lstStyle/>
        <a:p>
          <a:pPr rtl="0"/>
          <a:endParaRPr lang="en-US"/>
        </a:p>
      </dgm:t>
    </dgm:pt>
    <dgm:pt modelId="{6C8937BE-93F8-4DED-8538-1C601DAEBA66}">
      <dgm:prSet custT="1"/>
      <dgm:spPr/>
      <dgm:t>
        <a:bodyPr rtlCol="0"/>
        <a:lstStyle/>
        <a:p>
          <a:pPr rtl="0"/>
          <a:r>
            <a:rPr lang="pt-br" sz="1800" dirty="0"/>
            <a:t>Testes (Base desconhecida)</a:t>
          </a:r>
        </a:p>
      </dgm:t>
    </dgm:pt>
    <dgm:pt modelId="{77D169C6-D77F-456D-B18B-D7BE016AD87A}" type="parTrans" cxnId="{FAA8D3DD-12E8-457D-9144-B037C5678347}">
      <dgm:prSet/>
      <dgm:spPr/>
      <dgm:t>
        <a:bodyPr rtlCol="0"/>
        <a:lstStyle/>
        <a:p>
          <a:pPr rtl="0"/>
          <a:endParaRPr lang="en-US"/>
        </a:p>
      </dgm:t>
    </dgm:pt>
    <dgm:pt modelId="{A97BE953-FA9D-4BA6-A92C-494DB1F3BA59}" type="sibTrans" cxnId="{FAA8D3DD-12E8-457D-9144-B037C5678347}">
      <dgm:prSet/>
      <dgm:spPr/>
      <dgm:t>
        <a:bodyPr rtlCol="0"/>
        <a:lstStyle/>
        <a:p>
          <a:pPr rtl="0"/>
          <a:endParaRPr lang="en-US"/>
        </a:p>
      </dgm:t>
    </dgm:pt>
    <dgm:pt modelId="{AB52B3CC-6563-466D-BFC3-9B6B5AFA0881}" type="pres">
      <dgm:prSet presAssocID="{6A70FD8F-0050-42E3-8B3A-6ED7CFB9852E}" presName="Name0" presStyleCnt="0">
        <dgm:presLayoutVars>
          <dgm:chMax/>
          <dgm:chPref/>
          <dgm:animLvl val="lvl"/>
        </dgm:presLayoutVars>
      </dgm:prSet>
      <dgm:spPr/>
    </dgm:pt>
    <dgm:pt modelId="{815EDF7B-AC93-4A61-87AA-CAA5D85C31A8}" type="pres">
      <dgm:prSet presAssocID="{8DB5D7D5-6A1C-4ABC-8850-759A9D876047}" presName="composite1" presStyleCnt="0"/>
      <dgm:spPr/>
    </dgm:pt>
    <dgm:pt modelId="{954381E7-0584-46DD-8108-E9BF4F2B5005}" type="pres">
      <dgm:prSet presAssocID="{8DB5D7D5-6A1C-4ABC-8850-759A9D876047}" presName="parent1" presStyleLbl="alignNode1" presStyleIdx="0" presStyleCnt="3" custScaleX="162665" custLinFactNeighborX="28583" custLinFactNeighborY="-292">
        <dgm:presLayoutVars>
          <dgm:chMax val="1"/>
          <dgm:chPref val="1"/>
          <dgm:bulletEnabled val="1"/>
        </dgm:presLayoutVars>
      </dgm:prSet>
      <dgm:spPr/>
    </dgm:pt>
    <dgm:pt modelId="{5A1B764B-0DC5-47CD-BDEA-9E67799496EC}" type="pres">
      <dgm:prSet presAssocID="{8DB5D7D5-6A1C-4ABC-8850-759A9D876047}" presName="Childtext1" presStyleLbl="revTx" presStyleIdx="0" presStyleCnt="3" custLinFactNeighborX="16227">
        <dgm:presLayoutVars>
          <dgm:bulletEnabled val="1"/>
        </dgm:presLayoutVars>
      </dgm:prSet>
      <dgm:spPr/>
    </dgm:pt>
    <dgm:pt modelId="{122B38A3-0442-4747-820C-1F37877E2B0E}" type="pres">
      <dgm:prSet presAssocID="{8DB5D7D5-6A1C-4ABC-8850-759A9D876047}" presName="ConnectLine1" presStyleLbl="sibTrans1D1" presStyleIdx="0" presStyleCnt="3" custLinFactX="1100000" custLinFactNeighborX="1157778"/>
      <dgm:spPr>
        <a:noFill/>
        <a:ln w="12700" cap="rnd" cmpd="sng" algn="ctr">
          <a:solidFill>
            <a:schemeClr val="accent1">
              <a:shade val="90000"/>
              <a:hueOff val="93466"/>
              <a:satOff val="1924"/>
              <a:lumOff val="8231"/>
              <a:alphaOff val="0"/>
            </a:schemeClr>
          </a:solidFill>
          <a:prstDash val="dash"/>
        </a:ln>
        <a:effectLst/>
      </dgm:spPr>
    </dgm:pt>
    <dgm:pt modelId="{A73181F6-69BB-4A47-8277-4671A45AC8C8}" type="pres">
      <dgm:prSet presAssocID="{8DB5D7D5-6A1C-4ABC-8850-759A9D876047}" presName="ConnectLineEnd1" presStyleLbl="lnNode1" presStyleIdx="0" presStyleCnt="3" custLinFactX="500000" custLinFactNeighborX="569976"/>
      <dgm:spPr/>
    </dgm:pt>
    <dgm:pt modelId="{6E76EADA-5F61-4A59-B2F8-FA10112079FC}" type="pres">
      <dgm:prSet presAssocID="{8DB5D7D5-6A1C-4ABC-8850-759A9D876047}" presName="EmptyPane1" presStyleCnt="0"/>
      <dgm:spPr/>
    </dgm:pt>
    <dgm:pt modelId="{A8189248-0785-43F1-844C-4DE92841F254}" type="pres">
      <dgm:prSet presAssocID="{BD6E0A2E-99C8-4F5A-971A-CD211D1099FF}" presName="spaceBetweenRectangles1" presStyleCnt="0"/>
      <dgm:spPr/>
    </dgm:pt>
    <dgm:pt modelId="{218D9CD7-D48D-464C-9A1C-0F322EC540B3}" type="pres">
      <dgm:prSet presAssocID="{C5146535-FD3D-4589-98A3-623B8DA4B8DB}" presName="composite1" presStyleCnt="0"/>
      <dgm:spPr/>
    </dgm:pt>
    <dgm:pt modelId="{30804A27-188E-4A17-8FFE-97BCCA0597B8}" type="pres">
      <dgm:prSet presAssocID="{C5146535-FD3D-4589-98A3-623B8DA4B8DB}" presName="parent1" presStyleLbl="alignNode1" presStyleIdx="1" presStyleCnt="3" custScaleX="59623" custLinFactNeighborX="40263" custLinFactNeighborY="-292">
        <dgm:presLayoutVars>
          <dgm:chMax val="1"/>
          <dgm:chPref val="1"/>
          <dgm:bulletEnabled val="1"/>
        </dgm:presLayoutVars>
      </dgm:prSet>
      <dgm:spPr/>
    </dgm:pt>
    <dgm:pt modelId="{DF65791B-462E-4589-B98D-F60587330CA8}" type="pres">
      <dgm:prSet presAssocID="{C5146535-FD3D-4589-98A3-623B8DA4B8DB}" presName="Childtext1" presStyleLbl="revTx" presStyleIdx="1" presStyleCnt="3" custLinFactNeighborX="25079">
        <dgm:presLayoutVars>
          <dgm:bulletEnabled val="1"/>
        </dgm:presLayoutVars>
      </dgm:prSet>
      <dgm:spPr/>
    </dgm:pt>
    <dgm:pt modelId="{DBA410EB-5F61-4F46-92D9-C5B0AA59EE15}" type="pres">
      <dgm:prSet presAssocID="{C5146535-FD3D-4589-98A3-623B8DA4B8DB}" presName="ConnectLine1" presStyleLbl="sibTrans1D1" presStyleIdx="1" presStyleCnt="3" custLinFactX="1600000" custLinFactNeighborX="1684042"/>
      <dgm:spPr>
        <a:noFill/>
        <a:ln w="12700" cap="rnd" cmpd="sng" algn="ctr">
          <a:solidFill>
            <a:schemeClr val="accent1">
              <a:shade val="90000"/>
              <a:hueOff val="140199"/>
              <a:satOff val="2886"/>
              <a:lumOff val="12346"/>
              <a:alphaOff val="0"/>
            </a:schemeClr>
          </a:solidFill>
          <a:prstDash val="dash"/>
        </a:ln>
        <a:effectLst/>
      </dgm:spPr>
    </dgm:pt>
    <dgm:pt modelId="{E1220EDB-B75C-43A5-B862-97E4C09130A7}" type="pres">
      <dgm:prSet presAssocID="{C5146535-FD3D-4589-98A3-623B8DA4B8DB}" presName="ConnectLineEnd1" presStyleLbl="lnNode1" presStyleIdx="1" presStyleCnt="3" custLinFactX="742021" custLinFactNeighborX="800000" custLinFactNeighborY="-25418"/>
      <dgm:spPr/>
    </dgm:pt>
    <dgm:pt modelId="{D8849157-215F-4E70-9735-315E97B5AC5C}" type="pres">
      <dgm:prSet presAssocID="{C5146535-FD3D-4589-98A3-623B8DA4B8DB}" presName="EmptyPane1" presStyleCnt="0"/>
      <dgm:spPr/>
    </dgm:pt>
    <dgm:pt modelId="{7C467054-22FE-4C18-9934-29D7168DFF63}" type="pres">
      <dgm:prSet presAssocID="{7A3CCAF8-AC3A-401E-AEDD-44BBC1AA9C31}" presName="spaceBetweenRectangles1" presStyleCnt="0"/>
      <dgm:spPr/>
    </dgm:pt>
    <dgm:pt modelId="{3E3E944D-A6EC-4962-9AC1-C585A4F97BDA}" type="pres">
      <dgm:prSet presAssocID="{09C152DA-7620-4852-8162-A77EC3609F3F}" presName="composite1" presStyleCnt="0"/>
      <dgm:spPr/>
    </dgm:pt>
    <dgm:pt modelId="{566B79CB-1A41-4F5C-BF91-58D94BF93913}" type="pres">
      <dgm:prSet presAssocID="{09C152DA-7620-4852-8162-A77EC3609F3F}" presName="parent1" presStyleLbl="alignNode1" presStyleIdx="2" presStyleCnt="3" custScaleX="39567" custLinFactNeighborX="-9523" custLinFactNeighborY="-292">
        <dgm:presLayoutVars>
          <dgm:chMax val="1"/>
          <dgm:chPref val="1"/>
          <dgm:bulletEnabled val="1"/>
        </dgm:presLayoutVars>
      </dgm:prSet>
      <dgm:spPr/>
    </dgm:pt>
    <dgm:pt modelId="{B4723E2A-4FF1-452A-BD25-8EC364F15A6F}" type="pres">
      <dgm:prSet presAssocID="{09C152DA-7620-4852-8162-A77EC3609F3F}" presName="Childtext1" presStyleLbl="revTx" presStyleIdx="2" presStyleCnt="3" custLinFactNeighborX="-4818">
        <dgm:presLayoutVars>
          <dgm:bulletEnabled val="1"/>
        </dgm:presLayoutVars>
      </dgm:prSet>
      <dgm:spPr/>
    </dgm:pt>
    <dgm:pt modelId="{440E9361-37D2-4157-AF38-7B49AD23708B}" type="pres">
      <dgm:prSet presAssocID="{09C152DA-7620-4852-8162-A77EC3609F3F}" presName="ConnectLine1" presStyleLbl="sibTrans1D1" presStyleIdx="2" presStyleCnt="3" custLinFactX="-369697" custLinFactNeighborX="-400000"/>
      <dgm:spPr>
        <a:noFill/>
        <a:ln w="12700" cap="rnd" cmpd="sng" algn="ctr">
          <a:solidFill>
            <a:schemeClr val="accent1">
              <a:shade val="90000"/>
              <a:hueOff val="186931"/>
              <a:satOff val="3848"/>
              <a:lumOff val="16461"/>
              <a:alphaOff val="0"/>
            </a:schemeClr>
          </a:solidFill>
          <a:prstDash val="dash"/>
        </a:ln>
        <a:effectLst/>
      </dgm:spPr>
    </dgm:pt>
    <dgm:pt modelId="{C45E7B63-1C71-483E-A3A8-705CE86D4D8E}" type="pres">
      <dgm:prSet presAssocID="{09C152DA-7620-4852-8162-A77EC3609F3F}" presName="ConnectLineEnd1" presStyleLbl="lnNode1" presStyleIdx="2" presStyleCnt="3" custLinFactX="-157061" custLinFactNeighborX="-200000"/>
      <dgm:spPr/>
    </dgm:pt>
    <dgm:pt modelId="{4174F691-D9D3-451C-9893-D177DC3AED58}" type="pres">
      <dgm:prSet presAssocID="{09C152DA-7620-4852-8162-A77EC3609F3F}" presName="EmptyPane1" presStyleCnt="0"/>
      <dgm:spPr/>
    </dgm:pt>
  </dgm:ptLst>
  <dgm:cxnLst>
    <dgm:cxn modelId="{5C25BB02-FA66-40A4-9DA6-9E1CAE3A8D4E}" type="presOf" srcId="{C5146535-FD3D-4589-98A3-623B8DA4B8DB}" destId="{30804A27-188E-4A17-8FFE-97BCCA0597B8}" srcOrd="0" destOrd="0" presId="urn:microsoft.com/office/officeart/2016/7/layout/RoundedRectangleTimeline"/>
    <dgm:cxn modelId="{8C5B110A-FBC3-4CBF-BED2-413E87D4DAD5}" srcId="{8DB5D7D5-6A1C-4ABC-8850-759A9D876047}" destId="{96262926-A67D-4E4E-9515-5EBC67F0B634}" srcOrd="0" destOrd="0" parTransId="{EC74E552-C501-4B0E-9400-E8B410F53D50}" sibTransId="{1DA7ACEB-F642-43C1-BCB5-F580B9B985B9}"/>
    <dgm:cxn modelId="{84C67813-55CE-4EBC-9032-03BD847DC17E}" type="presOf" srcId="{6A70FD8F-0050-42E3-8B3A-6ED7CFB9852E}" destId="{AB52B3CC-6563-466D-BFC3-9B6B5AFA0881}" srcOrd="0" destOrd="0" presId="urn:microsoft.com/office/officeart/2016/7/layout/RoundedRectangleTimeline"/>
    <dgm:cxn modelId="{22ECA226-C4EA-44F1-BCB5-77F78841DA6F}" type="presOf" srcId="{09C152DA-7620-4852-8162-A77EC3609F3F}" destId="{566B79CB-1A41-4F5C-BF91-58D94BF93913}" srcOrd="0" destOrd="0" presId="urn:microsoft.com/office/officeart/2016/7/layout/RoundedRectangleTimeline"/>
    <dgm:cxn modelId="{E2BBA750-A5E4-4F50-BE16-016934379F81}" type="presOf" srcId="{6C8937BE-93F8-4DED-8538-1C601DAEBA66}" destId="{B4723E2A-4FF1-452A-BD25-8EC364F15A6F}" srcOrd="0" destOrd="0" presId="urn:microsoft.com/office/officeart/2016/7/layout/RoundedRectangleTimeline"/>
    <dgm:cxn modelId="{F9B2D375-40BE-4E5D-AA88-61805FBFF819}" type="presOf" srcId="{8DB5D7D5-6A1C-4ABC-8850-759A9D876047}" destId="{954381E7-0584-46DD-8108-E9BF4F2B5005}" srcOrd="0" destOrd="0" presId="urn:microsoft.com/office/officeart/2016/7/layout/RoundedRectangleTimeline"/>
    <dgm:cxn modelId="{8EBF857E-7408-4941-91E4-293B0F59EEF7}" srcId="{6A70FD8F-0050-42E3-8B3A-6ED7CFB9852E}" destId="{C5146535-FD3D-4589-98A3-623B8DA4B8DB}" srcOrd="1" destOrd="0" parTransId="{20848F78-EC70-4162-96CE-CC68006930F0}" sibTransId="{7A3CCAF8-AC3A-401E-AEDD-44BBC1AA9C31}"/>
    <dgm:cxn modelId="{23ECAC8B-17A4-4883-AA0E-06D66B7E788A}" srcId="{6A70FD8F-0050-42E3-8B3A-6ED7CFB9852E}" destId="{09C152DA-7620-4852-8162-A77EC3609F3F}" srcOrd="2" destOrd="0" parTransId="{9F6D14C0-6C82-4CBD-8D6D-B0E117B6F2ED}" sibTransId="{0AE8D36D-0F0F-4206-AE39-0A2D73987B68}"/>
    <dgm:cxn modelId="{F9540599-A193-456C-A9A9-8962E3855B0B}" type="presOf" srcId="{96262926-A67D-4E4E-9515-5EBC67F0B634}" destId="{5A1B764B-0DC5-47CD-BDEA-9E67799496EC}" srcOrd="0" destOrd="0" presId="urn:microsoft.com/office/officeart/2016/7/layout/RoundedRectangleTimeline"/>
    <dgm:cxn modelId="{E13585A2-54F2-486A-B317-F4D6AF7E83B9}" type="presOf" srcId="{E80CA270-6C90-4E17-ACEA-46B56AD54DD1}" destId="{DF65791B-462E-4589-B98D-F60587330CA8}" srcOrd="0" destOrd="0" presId="urn:microsoft.com/office/officeart/2016/7/layout/RoundedRectangleTimeline"/>
    <dgm:cxn modelId="{FAA8D3DD-12E8-457D-9144-B037C5678347}" srcId="{09C152DA-7620-4852-8162-A77EC3609F3F}" destId="{6C8937BE-93F8-4DED-8538-1C601DAEBA66}" srcOrd="0" destOrd="0" parTransId="{77D169C6-D77F-456D-B18B-D7BE016AD87A}" sibTransId="{A97BE953-FA9D-4BA6-A92C-494DB1F3BA59}"/>
    <dgm:cxn modelId="{C5202EE1-10E9-4076-9D55-9E0CF8B152AF}" srcId="{6A70FD8F-0050-42E3-8B3A-6ED7CFB9852E}" destId="{8DB5D7D5-6A1C-4ABC-8850-759A9D876047}" srcOrd="0" destOrd="0" parTransId="{D8874F40-D7B0-41DE-BB6F-A6014FEAB2D7}" sibTransId="{BD6E0A2E-99C8-4F5A-971A-CD211D1099FF}"/>
    <dgm:cxn modelId="{2DC28DF8-5C1B-4F53-A4C1-D5B63FB54BAF}" srcId="{C5146535-FD3D-4589-98A3-623B8DA4B8DB}" destId="{E80CA270-6C90-4E17-ACEA-46B56AD54DD1}" srcOrd="0" destOrd="0" parTransId="{7EEC8067-96EF-4BE0-8BE3-BA59ED78A31F}" sibTransId="{1AFE46E5-6B07-4894-8ECB-21BD7E7B8AF1}"/>
    <dgm:cxn modelId="{76459B4A-BC95-4631-A3CC-1410E80D5DFD}" type="presParOf" srcId="{AB52B3CC-6563-466D-BFC3-9B6B5AFA0881}" destId="{815EDF7B-AC93-4A61-87AA-CAA5D85C31A8}" srcOrd="0" destOrd="0" presId="urn:microsoft.com/office/officeart/2016/7/layout/RoundedRectangleTimeline"/>
    <dgm:cxn modelId="{4238FA88-CE43-4680-BFB0-73DED5612698}" type="presParOf" srcId="{815EDF7B-AC93-4A61-87AA-CAA5D85C31A8}" destId="{954381E7-0584-46DD-8108-E9BF4F2B5005}" srcOrd="0" destOrd="0" presId="urn:microsoft.com/office/officeart/2016/7/layout/RoundedRectangleTimeline"/>
    <dgm:cxn modelId="{6497CE05-0893-4952-B18A-28D71D90B841}" type="presParOf" srcId="{815EDF7B-AC93-4A61-87AA-CAA5D85C31A8}" destId="{5A1B764B-0DC5-47CD-BDEA-9E67799496EC}" srcOrd="1" destOrd="0" presId="urn:microsoft.com/office/officeart/2016/7/layout/RoundedRectangleTimeline"/>
    <dgm:cxn modelId="{CB8BA570-C0D4-4400-BED8-C9BC961A6553}" type="presParOf" srcId="{815EDF7B-AC93-4A61-87AA-CAA5D85C31A8}" destId="{122B38A3-0442-4747-820C-1F37877E2B0E}" srcOrd="2" destOrd="0" presId="urn:microsoft.com/office/officeart/2016/7/layout/RoundedRectangleTimeline"/>
    <dgm:cxn modelId="{82FC1E36-99F3-4E1F-8BD1-229D77A82EB1}" type="presParOf" srcId="{815EDF7B-AC93-4A61-87AA-CAA5D85C31A8}" destId="{A73181F6-69BB-4A47-8277-4671A45AC8C8}" srcOrd="3" destOrd="0" presId="urn:microsoft.com/office/officeart/2016/7/layout/RoundedRectangleTimeline"/>
    <dgm:cxn modelId="{7EAD7967-836C-4AB6-AAA2-ED2EF3F29E78}" type="presParOf" srcId="{815EDF7B-AC93-4A61-87AA-CAA5D85C31A8}" destId="{6E76EADA-5F61-4A59-B2F8-FA10112079FC}" srcOrd="4" destOrd="0" presId="urn:microsoft.com/office/officeart/2016/7/layout/RoundedRectangleTimeline"/>
    <dgm:cxn modelId="{3783DE09-7B3D-423E-960C-ED9DB81E314E}" type="presParOf" srcId="{AB52B3CC-6563-466D-BFC3-9B6B5AFA0881}" destId="{A8189248-0785-43F1-844C-4DE92841F254}" srcOrd="1" destOrd="0" presId="urn:microsoft.com/office/officeart/2016/7/layout/RoundedRectangleTimeline"/>
    <dgm:cxn modelId="{38B07C9C-D21D-4E2B-A78B-C30877B2689A}" type="presParOf" srcId="{AB52B3CC-6563-466D-BFC3-9B6B5AFA0881}" destId="{218D9CD7-D48D-464C-9A1C-0F322EC540B3}" srcOrd="2" destOrd="0" presId="urn:microsoft.com/office/officeart/2016/7/layout/RoundedRectangleTimeline"/>
    <dgm:cxn modelId="{E6790483-7B9E-44FB-9EAE-A282A4B9AB73}" type="presParOf" srcId="{218D9CD7-D48D-464C-9A1C-0F322EC540B3}" destId="{30804A27-188E-4A17-8FFE-97BCCA0597B8}" srcOrd="0" destOrd="0" presId="urn:microsoft.com/office/officeart/2016/7/layout/RoundedRectangleTimeline"/>
    <dgm:cxn modelId="{B31BDB48-FB8E-47F4-8F76-B90009D28A96}" type="presParOf" srcId="{218D9CD7-D48D-464C-9A1C-0F322EC540B3}" destId="{DF65791B-462E-4589-B98D-F60587330CA8}" srcOrd="1" destOrd="0" presId="urn:microsoft.com/office/officeart/2016/7/layout/RoundedRectangleTimeline"/>
    <dgm:cxn modelId="{517AE913-68B2-41AC-BE20-5D4195845D6F}" type="presParOf" srcId="{218D9CD7-D48D-464C-9A1C-0F322EC540B3}" destId="{DBA410EB-5F61-4F46-92D9-C5B0AA59EE15}" srcOrd="2" destOrd="0" presId="urn:microsoft.com/office/officeart/2016/7/layout/RoundedRectangleTimeline"/>
    <dgm:cxn modelId="{0F089045-7542-47F1-8B17-68354869406A}" type="presParOf" srcId="{218D9CD7-D48D-464C-9A1C-0F322EC540B3}" destId="{E1220EDB-B75C-43A5-B862-97E4C09130A7}" srcOrd="3" destOrd="0" presId="urn:microsoft.com/office/officeart/2016/7/layout/RoundedRectangleTimeline"/>
    <dgm:cxn modelId="{79B44ECC-99D2-49DD-9DEE-58B1D2AE6C6C}" type="presParOf" srcId="{218D9CD7-D48D-464C-9A1C-0F322EC540B3}" destId="{D8849157-215F-4E70-9735-315E97B5AC5C}" srcOrd="4" destOrd="0" presId="urn:microsoft.com/office/officeart/2016/7/layout/RoundedRectangleTimeline"/>
    <dgm:cxn modelId="{6930EC12-FB60-44F8-973F-19AC06AA90BB}" type="presParOf" srcId="{AB52B3CC-6563-466D-BFC3-9B6B5AFA0881}" destId="{7C467054-22FE-4C18-9934-29D7168DFF63}" srcOrd="3" destOrd="0" presId="urn:microsoft.com/office/officeart/2016/7/layout/RoundedRectangleTimeline"/>
    <dgm:cxn modelId="{1F4A4777-E935-453F-A5B9-015C6946FC6A}" type="presParOf" srcId="{AB52B3CC-6563-466D-BFC3-9B6B5AFA0881}" destId="{3E3E944D-A6EC-4962-9AC1-C585A4F97BDA}" srcOrd="4" destOrd="0" presId="urn:microsoft.com/office/officeart/2016/7/layout/RoundedRectangleTimeline"/>
    <dgm:cxn modelId="{94AC8B5D-A9B9-4EF3-AD1C-6024606B5BF8}" type="presParOf" srcId="{3E3E944D-A6EC-4962-9AC1-C585A4F97BDA}" destId="{566B79CB-1A41-4F5C-BF91-58D94BF93913}" srcOrd="0" destOrd="0" presId="urn:microsoft.com/office/officeart/2016/7/layout/RoundedRectangleTimeline"/>
    <dgm:cxn modelId="{A151554E-10B3-429A-9E0D-D40262ED6857}" type="presParOf" srcId="{3E3E944D-A6EC-4962-9AC1-C585A4F97BDA}" destId="{B4723E2A-4FF1-452A-BD25-8EC364F15A6F}" srcOrd="1" destOrd="0" presId="urn:microsoft.com/office/officeart/2016/7/layout/RoundedRectangleTimeline"/>
    <dgm:cxn modelId="{329635D9-081F-4DC9-88AA-E074B7400415}" type="presParOf" srcId="{3E3E944D-A6EC-4962-9AC1-C585A4F97BDA}" destId="{440E9361-37D2-4157-AF38-7B49AD23708B}" srcOrd="2" destOrd="0" presId="urn:microsoft.com/office/officeart/2016/7/layout/RoundedRectangleTimeline"/>
    <dgm:cxn modelId="{0F0D3AEA-9F0C-400E-A955-6CD1F474B6A4}" type="presParOf" srcId="{3E3E944D-A6EC-4962-9AC1-C585A4F97BDA}" destId="{C45E7B63-1C71-483E-A3A8-705CE86D4D8E}" srcOrd="3" destOrd="0" presId="urn:microsoft.com/office/officeart/2016/7/layout/RoundedRectangleTimeline"/>
    <dgm:cxn modelId="{91F0BE33-39D4-4457-A5CC-3F1682DB166D}" type="presParOf" srcId="{3E3E944D-A6EC-4962-9AC1-C585A4F97BDA}" destId="{4174F691-D9D3-451C-9893-D177DC3AED58}" srcOrd="4" destOrd="0" presId="urn:microsoft.com/office/officeart/2016/7/layout/RoundedRectangleTimeline"/>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BF20A097-E2AB-414D-BD88-C5C3D3B07957}" type="doc">
      <dgm:prSet loTypeId="urn:microsoft.com/office/officeart/2009/3/layout/HorizontalOrganizationChart" loCatId="hierarchy" qsTypeId="urn:microsoft.com/office/officeart/2005/8/quickstyle/simple1" qsCatId="simple" csTypeId="urn:microsoft.com/office/officeart/2005/8/colors/accent1_2" csCatId="accent1" phldr="1"/>
      <dgm:spPr/>
      <dgm:t>
        <a:bodyPr/>
        <a:lstStyle/>
        <a:p>
          <a:endParaRPr lang="pt-BR"/>
        </a:p>
      </dgm:t>
    </dgm:pt>
    <dgm:pt modelId="{8D8BEF12-40D9-48B3-AA4C-9F062F3802C6}">
      <dgm:prSet phldrT="[Texto]" custT="1"/>
      <dgm:spPr/>
      <dgm:t>
        <a:bodyPr/>
        <a:lstStyle/>
        <a:p>
          <a:r>
            <a:rPr lang="pt-BR" sz="2400" i="1" dirty="0" err="1"/>
            <a:t>GridSearchCV</a:t>
          </a:r>
          <a:endParaRPr lang="pt-BR" sz="2400" i="1" dirty="0"/>
        </a:p>
      </dgm:t>
    </dgm:pt>
    <dgm:pt modelId="{4EDE5B85-6D19-43D4-BFC8-7D8E3B2B2001}" type="parTrans" cxnId="{EABF66A1-9FBB-471A-846F-3795156F857C}">
      <dgm:prSet/>
      <dgm:spPr/>
      <dgm:t>
        <a:bodyPr/>
        <a:lstStyle/>
        <a:p>
          <a:endParaRPr lang="pt-BR"/>
        </a:p>
      </dgm:t>
    </dgm:pt>
    <dgm:pt modelId="{52DFE2D4-D758-4627-BB64-1F289A3BA6E4}" type="sibTrans" cxnId="{EABF66A1-9FBB-471A-846F-3795156F857C}">
      <dgm:prSet/>
      <dgm:spPr/>
      <dgm:t>
        <a:bodyPr/>
        <a:lstStyle/>
        <a:p>
          <a:endParaRPr lang="pt-BR"/>
        </a:p>
      </dgm:t>
    </dgm:pt>
    <dgm:pt modelId="{14A85830-E15F-47C0-8697-E920BC8771A4}">
      <dgm:prSet phldrT="[Texto]" custT="1"/>
      <dgm:spPr/>
      <dgm:t>
        <a:bodyPr/>
        <a:lstStyle/>
        <a:p>
          <a:r>
            <a:rPr lang="pt-BR" sz="2000" dirty="0"/>
            <a:t>Número de Neurônios</a:t>
          </a:r>
        </a:p>
        <a:p>
          <a:r>
            <a:rPr lang="pt-BR" sz="2000" dirty="0"/>
            <a:t>(10, 30, 50)</a:t>
          </a:r>
        </a:p>
      </dgm:t>
    </dgm:pt>
    <dgm:pt modelId="{FB5B66D3-26C0-47F2-B984-5FD9BF72509C}" type="parTrans" cxnId="{DE56DDA4-FCF5-4D73-B8A1-2D800328B7AC}">
      <dgm:prSet/>
      <dgm:spPr/>
      <dgm:t>
        <a:bodyPr/>
        <a:lstStyle/>
        <a:p>
          <a:endParaRPr lang="pt-BR"/>
        </a:p>
      </dgm:t>
    </dgm:pt>
    <dgm:pt modelId="{374381FE-A634-4971-857D-49C25685865E}" type="sibTrans" cxnId="{DE56DDA4-FCF5-4D73-B8A1-2D800328B7AC}">
      <dgm:prSet/>
      <dgm:spPr/>
      <dgm:t>
        <a:bodyPr/>
        <a:lstStyle/>
        <a:p>
          <a:endParaRPr lang="pt-BR"/>
        </a:p>
      </dgm:t>
    </dgm:pt>
    <dgm:pt modelId="{90A68ED7-ACAE-4A89-B111-366BDE9D7B7E}">
      <dgm:prSet phldrT="[Texto]" custT="1"/>
      <dgm:spPr/>
      <dgm:t>
        <a:bodyPr/>
        <a:lstStyle/>
        <a:p>
          <a:r>
            <a:rPr lang="pt-BR" sz="2000" dirty="0"/>
            <a:t>Número de Iterações</a:t>
          </a:r>
        </a:p>
        <a:p>
          <a:r>
            <a:rPr lang="pt-BR" sz="2000" dirty="0"/>
            <a:t>(1500, 3000, 5000)</a:t>
          </a:r>
        </a:p>
      </dgm:t>
    </dgm:pt>
    <dgm:pt modelId="{AA823FB9-741E-41D1-B22D-B0261DC396CE}" type="parTrans" cxnId="{A38AC2ED-7CFF-451E-9CEF-B53C83AF1030}">
      <dgm:prSet/>
      <dgm:spPr/>
      <dgm:t>
        <a:bodyPr/>
        <a:lstStyle/>
        <a:p>
          <a:endParaRPr lang="pt-BR"/>
        </a:p>
      </dgm:t>
    </dgm:pt>
    <dgm:pt modelId="{F7D4D44C-86A4-4534-BB87-603D01B4D981}" type="sibTrans" cxnId="{A38AC2ED-7CFF-451E-9CEF-B53C83AF1030}">
      <dgm:prSet/>
      <dgm:spPr/>
      <dgm:t>
        <a:bodyPr/>
        <a:lstStyle/>
        <a:p>
          <a:endParaRPr lang="pt-BR"/>
        </a:p>
      </dgm:t>
    </dgm:pt>
    <dgm:pt modelId="{8CBF3E1F-AB70-4E16-A604-4EBBF834087B}">
      <dgm:prSet phldrT="[Texto]" custT="1"/>
      <dgm:spPr/>
      <dgm:t>
        <a:bodyPr/>
        <a:lstStyle/>
        <a:p>
          <a:r>
            <a:rPr lang="pt-BR" sz="2000" dirty="0"/>
            <a:t>Recursos de Entrada</a:t>
          </a:r>
        </a:p>
        <a:p>
          <a:r>
            <a:rPr lang="pt-BR" sz="2000" dirty="0"/>
            <a:t>(1, 2, 3, 4, 5, 6, 7)</a:t>
          </a:r>
        </a:p>
      </dgm:t>
    </dgm:pt>
    <dgm:pt modelId="{5DBE4862-172A-4E6C-B3C6-896DACF9A50D}" type="sibTrans" cxnId="{C4BBEC9C-C777-4202-8287-41D290B60A96}">
      <dgm:prSet/>
      <dgm:spPr/>
      <dgm:t>
        <a:bodyPr/>
        <a:lstStyle/>
        <a:p>
          <a:endParaRPr lang="pt-BR"/>
        </a:p>
      </dgm:t>
    </dgm:pt>
    <dgm:pt modelId="{66748A24-98F5-47AC-B37D-67387523D157}" type="parTrans" cxnId="{C4BBEC9C-C777-4202-8287-41D290B60A96}">
      <dgm:prSet/>
      <dgm:spPr/>
      <dgm:t>
        <a:bodyPr/>
        <a:lstStyle/>
        <a:p>
          <a:endParaRPr lang="pt-BR"/>
        </a:p>
      </dgm:t>
    </dgm:pt>
    <dgm:pt modelId="{7A6EB651-02AA-46D4-B32F-A9C87B0AFE86}" type="pres">
      <dgm:prSet presAssocID="{BF20A097-E2AB-414D-BD88-C5C3D3B07957}" presName="hierChild1" presStyleCnt="0">
        <dgm:presLayoutVars>
          <dgm:orgChart val="1"/>
          <dgm:chPref val="1"/>
          <dgm:dir val="rev"/>
          <dgm:animOne val="branch"/>
          <dgm:animLvl val="lvl"/>
          <dgm:resizeHandles/>
        </dgm:presLayoutVars>
      </dgm:prSet>
      <dgm:spPr/>
    </dgm:pt>
    <dgm:pt modelId="{C45E2FBF-04EB-494C-A00D-AF283E7EB15F}" type="pres">
      <dgm:prSet presAssocID="{8D8BEF12-40D9-48B3-AA4C-9F062F3802C6}" presName="hierRoot1" presStyleCnt="0">
        <dgm:presLayoutVars>
          <dgm:hierBranch val="init"/>
        </dgm:presLayoutVars>
      </dgm:prSet>
      <dgm:spPr/>
    </dgm:pt>
    <dgm:pt modelId="{E6200813-BE70-44CB-93C5-3B86EB018549}" type="pres">
      <dgm:prSet presAssocID="{8D8BEF12-40D9-48B3-AA4C-9F062F3802C6}" presName="rootComposite1" presStyleCnt="0"/>
      <dgm:spPr/>
    </dgm:pt>
    <dgm:pt modelId="{A2108E41-2163-4A16-9D9D-69C6A6AEF605}" type="pres">
      <dgm:prSet presAssocID="{8D8BEF12-40D9-48B3-AA4C-9F062F3802C6}" presName="rootText1" presStyleLbl="node0" presStyleIdx="0" presStyleCnt="1">
        <dgm:presLayoutVars>
          <dgm:chPref val="3"/>
        </dgm:presLayoutVars>
      </dgm:prSet>
      <dgm:spPr/>
    </dgm:pt>
    <dgm:pt modelId="{6FA76394-8D91-43BF-8CDF-D8E833BFBA1D}" type="pres">
      <dgm:prSet presAssocID="{8D8BEF12-40D9-48B3-AA4C-9F062F3802C6}" presName="rootConnector1" presStyleLbl="node1" presStyleIdx="0" presStyleCnt="0"/>
      <dgm:spPr/>
    </dgm:pt>
    <dgm:pt modelId="{968B15D6-5ABF-4835-AC76-C8D53582F08F}" type="pres">
      <dgm:prSet presAssocID="{8D8BEF12-40D9-48B3-AA4C-9F062F3802C6}" presName="hierChild2" presStyleCnt="0"/>
      <dgm:spPr/>
    </dgm:pt>
    <dgm:pt modelId="{70D87852-25F4-43B1-8A06-4EA901A53F97}" type="pres">
      <dgm:prSet presAssocID="{66748A24-98F5-47AC-B37D-67387523D157}" presName="Name66" presStyleLbl="parChTrans1D2" presStyleIdx="0" presStyleCnt="3"/>
      <dgm:spPr/>
    </dgm:pt>
    <dgm:pt modelId="{C0AD7D0B-D120-46AA-A114-743556171BEF}" type="pres">
      <dgm:prSet presAssocID="{8CBF3E1F-AB70-4E16-A604-4EBBF834087B}" presName="hierRoot2" presStyleCnt="0">
        <dgm:presLayoutVars>
          <dgm:hierBranch val="init"/>
        </dgm:presLayoutVars>
      </dgm:prSet>
      <dgm:spPr/>
    </dgm:pt>
    <dgm:pt modelId="{246944B1-1CB4-4643-89AD-6287222E2D2A}" type="pres">
      <dgm:prSet presAssocID="{8CBF3E1F-AB70-4E16-A604-4EBBF834087B}" presName="rootComposite" presStyleCnt="0"/>
      <dgm:spPr/>
    </dgm:pt>
    <dgm:pt modelId="{1192D9E5-7A1C-4104-949D-5ADE9BD4128B}" type="pres">
      <dgm:prSet presAssocID="{8CBF3E1F-AB70-4E16-A604-4EBBF834087B}" presName="rootText" presStyleLbl="node2" presStyleIdx="0" presStyleCnt="3" custLinFactNeighborX="-108" custLinFactNeighborY="3311">
        <dgm:presLayoutVars>
          <dgm:chPref val="3"/>
        </dgm:presLayoutVars>
      </dgm:prSet>
      <dgm:spPr/>
    </dgm:pt>
    <dgm:pt modelId="{254443AC-E568-4C6D-88F2-5EE437919671}" type="pres">
      <dgm:prSet presAssocID="{8CBF3E1F-AB70-4E16-A604-4EBBF834087B}" presName="rootConnector" presStyleLbl="node2" presStyleIdx="0" presStyleCnt="3"/>
      <dgm:spPr/>
    </dgm:pt>
    <dgm:pt modelId="{D4929532-5A94-4A4C-8126-F9B9FB1222F6}" type="pres">
      <dgm:prSet presAssocID="{8CBF3E1F-AB70-4E16-A604-4EBBF834087B}" presName="hierChild4" presStyleCnt="0"/>
      <dgm:spPr/>
    </dgm:pt>
    <dgm:pt modelId="{8888B1BC-A283-494B-A43F-CA627C142478}" type="pres">
      <dgm:prSet presAssocID="{8CBF3E1F-AB70-4E16-A604-4EBBF834087B}" presName="hierChild5" presStyleCnt="0"/>
      <dgm:spPr/>
    </dgm:pt>
    <dgm:pt modelId="{C7178A78-76DE-4DE1-B0F2-54CBCE06D362}" type="pres">
      <dgm:prSet presAssocID="{FB5B66D3-26C0-47F2-B984-5FD9BF72509C}" presName="Name66" presStyleLbl="parChTrans1D2" presStyleIdx="1" presStyleCnt="3"/>
      <dgm:spPr/>
    </dgm:pt>
    <dgm:pt modelId="{37692B3B-AB03-421C-8171-E8D0818F90A3}" type="pres">
      <dgm:prSet presAssocID="{14A85830-E15F-47C0-8697-E920BC8771A4}" presName="hierRoot2" presStyleCnt="0">
        <dgm:presLayoutVars>
          <dgm:hierBranch val="init"/>
        </dgm:presLayoutVars>
      </dgm:prSet>
      <dgm:spPr/>
    </dgm:pt>
    <dgm:pt modelId="{7EDF0515-E74F-446D-B588-58EDA63978D5}" type="pres">
      <dgm:prSet presAssocID="{14A85830-E15F-47C0-8697-E920BC8771A4}" presName="rootComposite" presStyleCnt="0"/>
      <dgm:spPr/>
    </dgm:pt>
    <dgm:pt modelId="{B980D154-2AC7-485A-A2E3-7B7BAF8C3790}" type="pres">
      <dgm:prSet presAssocID="{14A85830-E15F-47C0-8697-E920BC8771A4}" presName="rootText" presStyleLbl="node2" presStyleIdx="1" presStyleCnt="3" custLinFactNeighborX="-41960">
        <dgm:presLayoutVars>
          <dgm:chPref val="3"/>
        </dgm:presLayoutVars>
      </dgm:prSet>
      <dgm:spPr/>
    </dgm:pt>
    <dgm:pt modelId="{5CCA962D-D17A-4B78-9D9E-DA0C6A5676D5}" type="pres">
      <dgm:prSet presAssocID="{14A85830-E15F-47C0-8697-E920BC8771A4}" presName="rootConnector" presStyleLbl="node2" presStyleIdx="1" presStyleCnt="3"/>
      <dgm:spPr/>
    </dgm:pt>
    <dgm:pt modelId="{8A225BB1-51B0-46DE-814A-0AA24903C9E5}" type="pres">
      <dgm:prSet presAssocID="{14A85830-E15F-47C0-8697-E920BC8771A4}" presName="hierChild4" presStyleCnt="0"/>
      <dgm:spPr/>
    </dgm:pt>
    <dgm:pt modelId="{FB7D78E5-811F-4216-ABF6-0B87172B82EC}" type="pres">
      <dgm:prSet presAssocID="{14A85830-E15F-47C0-8697-E920BC8771A4}" presName="hierChild5" presStyleCnt="0"/>
      <dgm:spPr/>
    </dgm:pt>
    <dgm:pt modelId="{20AC0B93-E8FF-4B78-A281-91ECCCEA757D}" type="pres">
      <dgm:prSet presAssocID="{AA823FB9-741E-41D1-B22D-B0261DC396CE}" presName="Name66" presStyleLbl="parChTrans1D2" presStyleIdx="2" presStyleCnt="3"/>
      <dgm:spPr/>
    </dgm:pt>
    <dgm:pt modelId="{9EFB5DA6-2D35-43E8-AD48-48A19FAD4C39}" type="pres">
      <dgm:prSet presAssocID="{90A68ED7-ACAE-4A89-B111-366BDE9D7B7E}" presName="hierRoot2" presStyleCnt="0">
        <dgm:presLayoutVars>
          <dgm:hierBranch val="init"/>
        </dgm:presLayoutVars>
      </dgm:prSet>
      <dgm:spPr/>
    </dgm:pt>
    <dgm:pt modelId="{D1A2E2D8-639F-4266-93AD-7E4A1EB1FD63}" type="pres">
      <dgm:prSet presAssocID="{90A68ED7-ACAE-4A89-B111-366BDE9D7B7E}" presName="rootComposite" presStyleCnt="0"/>
      <dgm:spPr/>
    </dgm:pt>
    <dgm:pt modelId="{AAA455E1-A6FB-4D42-800B-286D7FC8999E}" type="pres">
      <dgm:prSet presAssocID="{90A68ED7-ACAE-4A89-B111-366BDE9D7B7E}" presName="rootText" presStyleLbl="node2" presStyleIdx="2" presStyleCnt="3" custLinFactNeighborX="-108" custLinFactNeighborY="-1890">
        <dgm:presLayoutVars>
          <dgm:chPref val="3"/>
        </dgm:presLayoutVars>
      </dgm:prSet>
      <dgm:spPr/>
    </dgm:pt>
    <dgm:pt modelId="{3686502A-C265-4800-838C-AAEAE880E316}" type="pres">
      <dgm:prSet presAssocID="{90A68ED7-ACAE-4A89-B111-366BDE9D7B7E}" presName="rootConnector" presStyleLbl="node2" presStyleIdx="2" presStyleCnt="3"/>
      <dgm:spPr/>
    </dgm:pt>
    <dgm:pt modelId="{15650077-FA21-4FD5-9924-10C8CE3BBB5E}" type="pres">
      <dgm:prSet presAssocID="{90A68ED7-ACAE-4A89-B111-366BDE9D7B7E}" presName="hierChild4" presStyleCnt="0"/>
      <dgm:spPr/>
    </dgm:pt>
    <dgm:pt modelId="{2E475EC6-5CE9-45C2-A0BE-18C3E0910682}" type="pres">
      <dgm:prSet presAssocID="{90A68ED7-ACAE-4A89-B111-366BDE9D7B7E}" presName="hierChild5" presStyleCnt="0"/>
      <dgm:spPr/>
    </dgm:pt>
    <dgm:pt modelId="{C8B021D3-88C3-4C35-8084-78649C438E27}" type="pres">
      <dgm:prSet presAssocID="{8D8BEF12-40D9-48B3-AA4C-9F062F3802C6}" presName="hierChild3" presStyleCnt="0"/>
      <dgm:spPr/>
    </dgm:pt>
  </dgm:ptLst>
  <dgm:cxnLst>
    <dgm:cxn modelId="{F8333310-8F18-494E-A768-15536C21C528}" type="presOf" srcId="{AA823FB9-741E-41D1-B22D-B0261DC396CE}" destId="{20AC0B93-E8FF-4B78-A281-91ECCCEA757D}" srcOrd="0" destOrd="0" presId="urn:microsoft.com/office/officeart/2009/3/layout/HorizontalOrganizationChart"/>
    <dgm:cxn modelId="{A3D9701B-2D13-45C5-8BBA-E43C074EF1FA}" type="presOf" srcId="{FB5B66D3-26C0-47F2-B984-5FD9BF72509C}" destId="{C7178A78-76DE-4DE1-B0F2-54CBCE06D362}" srcOrd="0" destOrd="0" presId="urn:microsoft.com/office/officeart/2009/3/layout/HorizontalOrganizationChart"/>
    <dgm:cxn modelId="{E7C59924-26C2-4441-B2D1-F60B76B03587}" type="presOf" srcId="{8CBF3E1F-AB70-4E16-A604-4EBBF834087B}" destId="{1192D9E5-7A1C-4104-949D-5ADE9BD4128B}" srcOrd="0" destOrd="0" presId="urn:microsoft.com/office/officeart/2009/3/layout/HorizontalOrganizationChart"/>
    <dgm:cxn modelId="{E98B3B28-FF95-4826-A27D-D99C0036B855}" type="presOf" srcId="{90A68ED7-ACAE-4A89-B111-366BDE9D7B7E}" destId="{AAA455E1-A6FB-4D42-800B-286D7FC8999E}" srcOrd="0" destOrd="0" presId="urn:microsoft.com/office/officeart/2009/3/layout/HorizontalOrganizationChart"/>
    <dgm:cxn modelId="{57FB522A-36C2-4578-B052-6EB544C40979}" type="presOf" srcId="{14A85830-E15F-47C0-8697-E920BC8771A4}" destId="{B980D154-2AC7-485A-A2E3-7B7BAF8C3790}" srcOrd="0" destOrd="0" presId="urn:microsoft.com/office/officeart/2009/3/layout/HorizontalOrganizationChart"/>
    <dgm:cxn modelId="{B46EA83C-77CC-41EF-8D2F-6D37DF67A1A8}" type="presOf" srcId="{90A68ED7-ACAE-4A89-B111-366BDE9D7B7E}" destId="{3686502A-C265-4800-838C-AAEAE880E316}" srcOrd="1" destOrd="0" presId="urn:microsoft.com/office/officeart/2009/3/layout/HorizontalOrganizationChart"/>
    <dgm:cxn modelId="{8365F65D-C5E2-4BE1-ADAC-115EAF6F2A8B}" type="presOf" srcId="{14A85830-E15F-47C0-8697-E920BC8771A4}" destId="{5CCA962D-D17A-4B78-9D9E-DA0C6A5676D5}" srcOrd="1" destOrd="0" presId="urn:microsoft.com/office/officeart/2009/3/layout/HorizontalOrganizationChart"/>
    <dgm:cxn modelId="{4012367D-6CF2-48AE-91AD-5C0FD0119629}" type="presOf" srcId="{66748A24-98F5-47AC-B37D-67387523D157}" destId="{70D87852-25F4-43B1-8A06-4EA901A53F97}" srcOrd="0" destOrd="0" presId="urn:microsoft.com/office/officeart/2009/3/layout/HorizontalOrganizationChart"/>
    <dgm:cxn modelId="{5BD19B8C-7A81-45E1-B06A-DEDDFB0F9320}" type="presOf" srcId="{BF20A097-E2AB-414D-BD88-C5C3D3B07957}" destId="{7A6EB651-02AA-46D4-B32F-A9C87B0AFE86}" srcOrd="0" destOrd="0" presId="urn:microsoft.com/office/officeart/2009/3/layout/HorizontalOrganizationChart"/>
    <dgm:cxn modelId="{05B51D8E-BC24-44C8-B529-D8E577EEA47B}" type="presOf" srcId="{8D8BEF12-40D9-48B3-AA4C-9F062F3802C6}" destId="{A2108E41-2163-4A16-9D9D-69C6A6AEF605}" srcOrd="0" destOrd="0" presId="urn:microsoft.com/office/officeart/2009/3/layout/HorizontalOrganizationChart"/>
    <dgm:cxn modelId="{397F2C8F-6395-4D2D-8325-5261E0654A8D}" type="presOf" srcId="{8D8BEF12-40D9-48B3-AA4C-9F062F3802C6}" destId="{6FA76394-8D91-43BF-8CDF-D8E833BFBA1D}" srcOrd="1" destOrd="0" presId="urn:microsoft.com/office/officeart/2009/3/layout/HorizontalOrganizationChart"/>
    <dgm:cxn modelId="{C4BBEC9C-C777-4202-8287-41D290B60A96}" srcId="{8D8BEF12-40D9-48B3-AA4C-9F062F3802C6}" destId="{8CBF3E1F-AB70-4E16-A604-4EBBF834087B}" srcOrd="0" destOrd="0" parTransId="{66748A24-98F5-47AC-B37D-67387523D157}" sibTransId="{5DBE4862-172A-4E6C-B3C6-896DACF9A50D}"/>
    <dgm:cxn modelId="{EABF66A1-9FBB-471A-846F-3795156F857C}" srcId="{BF20A097-E2AB-414D-BD88-C5C3D3B07957}" destId="{8D8BEF12-40D9-48B3-AA4C-9F062F3802C6}" srcOrd="0" destOrd="0" parTransId="{4EDE5B85-6D19-43D4-BFC8-7D8E3B2B2001}" sibTransId="{52DFE2D4-D758-4627-BB64-1F289A3BA6E4}"/>
    <dgm:cxn modelId="{DE56DDA4-FCF5-4D73-B8A1-2D800328B7AC}" srcId="{8D8BEF12-40D9-48B3-AA4C-9F062F3802C6}" destId="{14A85830-E15F-47C0-8697-E920BC8771A4}" srcOrd="1" destOrd="0" parTransId="{FB5B66D3-26C0-47F2-B984-5FD9BF72509C}" sibTransId="{374381FE-A634-4971-857D-49C25685865E}"/>
    <dgm:cxn modelId="{06F7C3D4-0DB5-4090-8299-FCDCAB30C0D6}" type="presOf" srcId="{8CBF3E1F-AB70-4E16-A604-4EBBF834087B}" destId="{254443AC-E568-4C6D-88F2-5EE437919671}" srcOrd="1" destOrd="0" presId="urn:microsoft.com/office/officeart/2009/3/layout/HorizontalOrganizationChart"/>
    <dgm:cxn modelId="{A38AC2ED-7CFF-451E-9CEF-B53C83AF1030}" srcId="{8D8BEF12-40D9-48B3-AA4C-9F062F3802C6}" destId="{90A68ED7-ACAE-4A89-B111-366BDE9D7B7E}" srcOrd="2" destOrd="0" parTransId="{AA823FB9-741E-41D1-B22D-B0261DC396CE}" sibTransId="{F7D4D44C-86A4-4534-BB87-603D01B4D981}"/>
    <dgm:cxn modelId="{8692DBDE-06E1-4428-A2A2-2FC6F8864D22}" type="presParOf" srcId="{7A6EB651-02AA-46D4-B32F-A9C87B0AFE86}" destId="{C45E2FBF-04EB-494C-A00D-AF283E7EB15F}" srcOrd="0" destOrd="0" presId="urn:microsoft.com/office/officeart/2009/3/layout/HorizontalOrganizationChart"/>
    <dgm:cxn modelId="{36FA01E1-6610-40A2-AF94-0597B7CEA8F9}" type="presParOf" srcId="{C45E2FBF-04EB-494C-A00D-AF283E7EB15F}" destId="{E6200813-BE70-44CB-93C5-3B86EB018549}" srcOrd="0" destOrd="0" presId="urn:microsoft.com/office/officeart/2009/3/layout/HorizontalOrganizationChart"/>
    <dgm:cxn modelId="{79272F0F-E50B-4A61-852B-1F26229D9E3F}" type="presParOf" srcId="{E6200813-BE70-44CB-93C5-3B86EB018549}" destId="{A2108E41-2163-4A16-9D9D-69C6A6AEF605}" srcOrd="0" destOrd="0" presId="urn:microsoft.com/office/officeart/2009/3/layout/HorizontalOrganizationChart"/>
    <dgm:cxn modelId="{FCB65D6C-81DC-4B21-8A42-E6ED59085B6B}" type="presParOf" srcId="{E6200813-BE70-44CB-93C5-3B86EB018549}" destId="{6FA76394-8D91-43BF-8CDF-D8E833BFBA1D}" srcOrd="1" destOrd="0" presId="urn:microsoft.com/office/officeart/2009/3/layout/HorizontalOrganizationChart"/>
    <dgm:cxn modelId="{A25CA5ED-AD09-447F-82AD-AEB390D8FF09}" type="presParOf" srcId="{C45E2FBF-04EB-494C-A00D-AF283E7EB15F}" destId="{968B15D6-5ABF-4835-AC76-C8D53582F08F}" srcOrd="1" destOrd="0" presId="urn:microsoft.com/office/officeart/2009/3/layout/HorizontalOrganizationChart"/>
    <dgm:cxn modelId="{6386B53E-12B3-4631-9AE6-4147D8399641}" type="presParOf" srcId="{968B15D6-5ABF-4835-AC76-C8D53582F08F}" destId="{70D87852-25F4-43B1-8A06-4EA901A53F97}" srcOrd="0" destOrd="0" presId="urn:microsoft.com/office/officeart/2009/3/layout/HorizontalOrganizationChart"/>
    <dgm:cxn modelId="{7967A903-DF20-47BB-9CED-011D5CD55764}" type="presParOf" srcId="{968B15D6-5ABF-4835-AC76-C8D53582F08F}" destId="{C0AD7D0B-D120-46AA-A114-743556171BEF}" srcOrd="1" destOrd="0" presId="urn:microsoft.com/office/officeart/2009/3/layout/HorizontalOrganizationChart"/>
    <dgm:cxn modelId="{E50937EC-5E86-405A-8B26-E1A9B95A566E}" type="presParOf" srcId="{C0AD7D0B-D120-46AA-A114-743556171BEF}" destId="{246944B1-1CB4-4643-89AD-6287222E2D2A}" srcOrd="0" destOrd="0" presId="urn:microsoft.com/office/officeart/2009/3/layout/HorizontalOrganizationChart"/>
    <dgm:cxn modelId="{D440C34C-5F07-4D58-B46B-81BF0A1FDCF3}" type="presParOf" srcId="{246944B1-1CB4-4643-89AD-6287222E2D2A}" destId="{1192D9E5-7A1C-4104-949D-5ADE9BD4128B}" srcOrd="0" destOrd="0" presId="urn:microsoft.com/office/officeart/2009/3/layout/HorizontalOrganizationChart"/>
    <dgm:cxn modelId="{3C487109-3F5F-444F-9081-4B9391984DB6}" type="presParOf" srcId="{246944B1-1CB4-4643-89AD-6287222E2D2A}" destId="{254443AC-E568-4C6D-88F2-5EE437919671}" srcOrd="1" destOrd="0" presId="urn:microsoft.com/office/officeart/2009/3/layout/HorizontalOrganizationChart"/>
    <dgm:cxn modelId="{A5075FAC-8960-4C45-847A-01F230D07022}" type="presParOf" srcId="{C0AD7D0B-D120-46AA-A114-743556171BEF}" destId="{D4929532-5A94-4A4C-8126-F9B9FB1222F6}" srcOrd="1" destOrd="0" presId="urn:microsoft.com/office/officeart/2009/3/layout/HorizontalOrganizationChart"/>
    <dgm:cxn modelId="{213A8B71-7055-4004-96B4-5BE174B054A7}" type="presParOf" srcId="{C0AD7D0B-D120-46AA-A114-743556171BEF}" destId="{8888B1BC-A283-494B-A43F-CA627C142478}" srcOrd="2" destOrd="0" presId="urn:microsoft.com/office/officeart/2009/3/layout/HorizontalOrganizationChart"/>
    <dgm:cxn modelId="{DA40F1AB-D3F8-43A4-A990-52FC12A136DA}" type="presParOf" srcId="{968B15D6-5ABF-4835-AC76-C8D53582F08F}" destId="{C7178A78-76DE-4DE1-B0F2-54CBCE06D362}" srcOrd="2" destOrd="0" presId="urn:microsoft.com/office/officeart/2009/3/layout/HorizontalOrganizationChart"/>
    <dgm:cxn modelId="{5C87741C-10BB-4707-AA6C-EFE9B3E68C26}" type="presParOf" srcId="{968B15D6-5ABF-4835-AC76-C8D53582F08F}" destId="{37692B3B-AB03-421C-8171-E8D0818F90A3}" srcOrd="3" destOrd="0" presId="urn:microsoft.com/office/officeart/2009/3/layout/HorizontalOrganizationChart"/>
    <dgm:cxn modelId="{19CE15F4-8531-4F51-A2CC-E902C7B073FF}" type="presParOf" srcId="{37692B3B-AB03-421C-8171-E8D0818F90A3}" destId="{7EDF0515-E74F-446D-B588-58EDA63978D5}" srcOrd="0" destOrd="0" presId="urn:microsoft.com/office/officeart/2009/3/layout/HorizontalOrganizationChart"/>
    <dgm:cxn modelId="{CA357C54-C84A-408E-8586-5B4E495445F4}" type="presParOf" srcId="{7EDF0515-E74F-446D-B588-58EDA63978D5}" destId="{B980D154-2AC7-485A-A2E3-7B7BAF8C3790}" srcOrd="0" destOrd="0" presId="urn:microsoft.com/office/officeart/2009/3/layout/HorizontalOrganizationChart"/>
    <dgm:cxn modelId="{BF7BE356-DB98-436D-8A5B-4076A4DC022C}" type="presParOf" srcId="{7EDF0515-E74F-446D-B588-58EDA63978D5}" destId="{5CCA962D-D17A-4B78-9D9E-DA0C6A5676D5}" srcOrd="1" destOrd="0" presId="urn:microsoft.com/office/officeart/2009/3/layout/HorizontalOrganizationChart"/>
    <dgm:cxn modelId="{D5A4E7B6-033E-448C-A780-F8AF72609D38}" type="presParOf" srcId="{37692B3B-AB03-421C-8171-E8D0818F90A3}" destId="{8A225BB1-51B0-46DE-814A-0AA24903C9E5}" srcOrd="1" destOrd="0" presId="urn:microsoft.com/office/officeart/2009/3/layout/HorizontalOrganizationChart"/>
    <dgm:cxn modelId="{DA392687-465E-4733-B19A-4DB17CCD5E92}" type="presParOf" srcId="{37692B3B-AB03-421C-8171-E8D0818F90A3}" destId="{FB7D78E5-811F-4216-ABF6-0B87172B82EC}" srcOrd="2" destOrd="0" presId="urn:microsoft.com/office/officeart/2009/3/layout/HorizontalOrganizationChart"/>
    <dgm:cxn modelId="{5F6EE1CF-4900-433A-86D5-05EEBE83AA7B}" type="presParOf" srcId="{968B15D6-5ABF-4835-AC76-C8D53582F08F}" destId="{20AC0B93-E8FF-4B78-A281-91ECCCEA757D}" srcOrd="4" destOrd="0" presId="urn:microsoft.com/office/officeart/2009/3/layout/HorizontalOrganizationChart"/>
    <dgm:cxn modelId="{CAA8266B-FDDB-4B86-B677-EB56903CADBC}" type="presParOf" srcId="{968B15D6-5ABF-4835-AC76-C8D53582F08F}" destId="{9EFB5DA6-2D35-43E8-AD48-48A19FAD4C39}" srcOrd="5" destOrd="0" presId="urn:microsoft.com/office/officeart/2009/3/layout/HorizontalOrganizationChart"/>
    <dgm:cxn modelId="{2D5DE2C5-775B-416A-A002-B9724ED9F02D}" type="presParOf" srcId="{9EFB5DA6-2D35-43E8-AD48-48A19FAD4C39}" destId="{D1A2E2D8-639F-4266-93AD-7E4A1EB1FD63}" srcOrd="0" destOrd="0" presId="urn:microsoft.com/office/officeart/2009/3/layout/HorizontalOrganizationChart"/>
    <dgm:cxn modelId="{95982858-E989-48EF-B03D-A3A5C575649F}" type="presParOf" srcId="{D1A2E2D8-639F-4266-93AD-7E4A1EB1FD63}" destId="{AAA455E1-A6FB-4D42-800B-286D7FC8999E}" srcOrd="0" destOrd="0" presId="urn:microsoft.com/office/officeart/2009/3/layout/HorizontalOrganizationChart"/>
    <dgm:cxn modelId="{277C9ED5-AFEC-4BE9-A29A-9C590F1100B6}" type="presParOf" srcId="{D1A2E2D8-639F-4266-93AD-7E4A1EB1FD63}" destId="{3686502A-C265-4800-838C-AAEAE880E316}" srcOrd="1" destOrd="0" presId="urn:microsoft.com/office/officeart/2009/3/layout/HorizontalOrganizationChart"/>
    <dgm:cxn modelId="{DD2E04BE-F9F3-4424-9A88-1482E888B030}" type="presParOf" srcId="{9EFB5DA6-2D35-43E8-AD48-48A19FAD4C39}" destId="{15650077-FA21-4FD5-9924-10C8CE3BBB5E}" srcOrd="1" destOrd="0" presId="urn:microsoft.com/office/officeart/2009/3/layout/HorizontalOrganizationChart"/>
    <dgm:cxn modelId="{F4184B30-CD8E-43F5-8951-B985D4E1C4B1}" type="presParOf" srcId="{9EFB5DA6-2D35-43E8-AD48-48A19FAD4C39}" destId="{2E475EC6-5CE9-45C2-A0BE-18C3E0910682}" srcOrd="2" destOrd="0" presId="urn:microsoft.com/office/officeart/2009/3/layout/HorizontalOrganizationChart"/>
    <dgm:cxn modelId="{AB3EB1DE-29C5-4621-A7A1-28B7CC1926F2}" type="presParOf" srcId="{C45E2FBF-04EB-494C-A00D-AF283E7EB15F}" destId="{C8B021D3-88C3-4C35-8084-78649C438E27}" srcOrd="2" destOrd="0" presId="urn:microsoft.com/office/officeart/2009/3/layout/HorizontalOrganizationChar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54381E7-0584-46DD-8108-E9BF4F2B5005}">
      <dsp:nvSpPr>
        <dsp:cNvPr id="0" name=""/>
        <dsp:cNvSpPr/>
      </dsp:nvSpPr>
      <dsp:spPr>
        <a:xfrm rot="16200000">
          <a:off x="3034699" y="-433725"/>
          <a:ext cx="381534" cy="4680565"/>
        </a:xfrm>
        <a:prstGeom prst="round2SameRect">
          <a:avLst/>
        </a:prstGeom>
        <a:solidFill>
          <a:schemeClr val="accent1">
            <a:shade val="80000"/>
            <a:hueOff val="0"/>
            <a:satOff val="0"/>
            <a:lumOff val="0"/>
            <a:alphaOff val="0"/>
          </a:schemeClr>
        </a:solidFill>
        <a:ln w="22225" cap="rnd" cmpd="sng" algn="ctr">
          <a:solidFill>
            <a:schemeClr val="accent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rtlCol="0" anchor="ctr" anchorCtr="1">
          <a:noAutofit/>
        </a:bodyPr>
        <a:lstStyle/>
        <a:p>
          <a:pPr marL="0" lvl="0" indent="0" algn="ctr" defTabSz="533400" rtl="0">
            <a:lnSpc>
              <a:spcPct val="90000"/>
            </a:lnSpc>
            <a:spcBef>
              <a:spcPct val="0"/>
            </a:spcBef>
            <a:spcAft>
              <a:spcPct val="35000"/>
            </a:spcAft>
            <a:buNone/>
          </a:pPr>
          <a:r>
            <a:rPr lang="pt-br" sz="1200" kern="1200" dirty="0"/>
            <a:t>1ª etapa</a:t>
          </a:r>
        </a:p>
      </dsp:txBody>
      <dsp:txXfrm rot="5400000">
        <a:off x="903809" y="1734415"/>
        <a:ext cx="4661940" cy="344284"/>
      </dsp:txXfrm>
    </dsp:sp>
    <dsp:sp modelId="{5A1B764B-0DC5-47CD-BDEA-9E67799496EC}">
      <dsp:nvSpPr>
        <dsp:cNvPr id="0" name=""/>
        <dsp:cNvSpPr/>
      </dsp:nvSpPr>
      <dsp:spPr>
        <a:xfrm>
          <a:off x="783356" y="0"/>
          <a:ext cx="4795710" cy="133537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137160" numCol="1" spcCol="1270" rtlCol="0" anchor="b" anchorCtr="1">
          <a:noAutofit/>
        </a:bodyPr>
        <a:lstStyle/>
        <a:p>
          <a:pPr marL="0" lvl="0" indent="0" algn="ctr" defTabSz="800100" rtl="0">
            <a:lnSpc>
              <a:spcPct val="90000"/>
            </a:lnSpc>
            <a:spcBef>
              <a:spcPct val="0"/>
            </a:spcBef>
            <a:spcAft>
              <a:spcPct val="35000"/>
            </a:spcAft>
            <a:buNone/>
          </a:pPr>
          <a:r>
            <a:rPr lang="pt-br" sz="1800" kern="1200" dirty="0"/>
            <a:t>Pré-processamento</a:t>
          </a:r>
        </a:p>
      </dsp:txBody>
      <dsp:txXfrm>
        <a:off x="783356" y="0"/>
        <a:ext cx="4795710" cy="1335370"/>
      </dsp:txXfrm>
    </dsp:sp>
    <dsp:sp modelId="{122B38A3-0442-4747-820C-1F37877E2B0E}">
      <dsp:nvSpPr>
        <dsp:cNvPr id="0" name=""/>
        <dsp:cNvSpPr/>
      </dsp:nvSpPr>
      <dsp:spPr>
        <a:xfrm>
          <a:off x="3215812" y="1411676"/>
          <a:ext cx="0" cy="305227"/>
        </a:xfrm>
        <a:prstGeom prst="line">
          <a:avLst/>
        </a:prstGeom>
        <a:noFill/>
        <a:ln w="12700" cap="rnd" cmpd="sng" algn="ctr">
          <a:solidFill>
            <a:schemeClr val="accent1">
              <a:shade val="90000"/>
              <a:hueOff val="93466"/>
              <a:satOff val="1924"/>
              <a:lumOff val="8231"/>
              <a:alphaOff val="0"/>
            </a:schemeClr>
          </a:solidFill>
          <a:prstDash val="dash"/>
        </a:ln>
        <a:effectLst/>
      </dsp:spPr>
      <dsp:style>
        <a:lnRef idx="1">
          <a:scrgbClr r="0" g="0" b="0"/>
        </a:lnRef>
        <a:fillRef idx="0">
          <a:scrgbClr r="0" g="0" b="0"/>
        </a:fillRef>
        <a:effectRef idx="0">
          <a:scrgbClr r="0" g="0" b="0"/>
        </a:effectRef>
        <a:fontRef idx="minor"/>
      </dsp:style>
    </dsp:sp>
    <dsp:sp modelId="{A73181F6-69BB-4A47-8277-4671A45AC8C8}">
      <dsp:nvSpPr>
        <dsp:cNvPr id="0" name=""/>
        <dsp:cNvSpPr/>
      </dsp:nvSpPr>
      <dsp:spPr>
        <a:xfrm>
          <a:off x="3181323" y="1335370"/>
          <a:ext cx="76306" cy="76306"/>
        </a:xfrm>
        <a:prstGeom prst="ellipse">
          <a:avLst/>
        </a:prstGeom>
        <a:solidFill>
          <a:schemeClr val="accent1">
            <a:shade val="80000"/>
            <a:hueOff val="0"/>
            <a:satOff val="0"/>
            <a:lumOff val="0"/>
            <a:alphaOff val="0"/>
          </a:schemeClr>
        </a:solidFill>
        <a:ln w="2222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0804A27-188E-4A17-8FFE-97BCCA0597B8}">
      <dsp:nvSpPr>
        <dsp:cNvPr id="0" name=""/>
        <dsp:cNvSpPr/>
      </dsp:nvSpPr>
      <dsp:spPr>
        <a:xfrm>
          <a:off x="5581172" y="1715790"/>
          <a:ext cx="1715607" cy="381534"/>
        </a:xfrm>
        <a:prstGeom prst="rect">
          <a:avLst/>
        </a:prstGeom>
        <a:solidFill>
          <a:schemeClr val="accent1">
            <a:shade val="80000"/>
            <a:hueOff val="414003"/>
            <a:satOff val="-44646"/>
            <a:lumOff val="21947"/>
            <a:alphaOff val="0"/>
          </a:schemeClr>
        </a:solidFill>
        <a:ln w="22225" cap="rnd" cmpd="sng" algn="ctr">
          <a:solidFill>
            <a:schemeClr val="accent1">
              <a:shade val="80000"/>
              <a:hueOff val="414003"/>
              <a:satOff val="-44646"/>
              <a:lumOff val="21947"/>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rtlCol="0" anchor="ctr" anchorCtr="1">
          <a:noAutofit/>
        </a:bodyPr>
        <a:lstStyle/>
        <a:p>
          <a:pPr marL="0" lvl="0" indent="0" algn="ctr" defTabSz="533400" rtl="0">
            <a:lnSpc>
              <a:spcPct val="90000"/>
            </a:lnSpc>
            <a:spcBef>
              <a:spcPct val="0"/>
            </a:spcBef>
            <a:spcAft>
              <a:spcPct val="35000"/>
            </a:spcAft>
            <a:buNone/>
          </a:pPr>
          <a:r>
            <a:rPr lang="pt-br" sz="1200" kern="1200" dirty="0"/>
            <a:t>2ª etapa</a:t>
          </a:r>
        </a:p>
      </dsp:txBody>
      <dsp:txXfrm>
        <a:off x="5581172" y="1715790"/>
        <a:ext cx="1715607" cy="381534"/>
      </dsp:txXfrm>
    </dsp:sp>
    <dsp:sp modelId="{DF65791B-462E-4589-B98D-F60587330CA8}">
      <dsp:nvSpPr>
        <dsp:cNvPr id="0" name=""/>
        <dsp:cNvSpPr/>
      </dsp:nvSpPr>
      <dsp:spPr>
        <a:xfrm>
          <a:off x="4085299" y="2479972"/>
          <a:ext cx="4795710" cy="133537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137160" rIns="0" bIns="0" numCol="1" spcCol="1270" rtlCol="0" anchor="t" anchorCtr="1">
          <a:noAutofit/>
        </a:bodyPr>
        <a:lstStyle/>
        <a:p>
          <a:pPr marL="0" lvl="0" indent="0" algn="ctr" defTabSz="800100" rtl="0">
            <a:lnSpc>
              <a:spcPct val="90000"/>
            </a:lnSpc>
            <a:spcBef>
              <a:spcPct val="0"/>
            </a:spcBef>
            <a:spcAft>
              <a:spcPct val="35000"/>
            </a:spcAft>
            <a:buNone/>
          </a:pPr>
          <a:r>
            <a:rPr lang="pt-br" sz="1800" kern="1200" dirty="0"/>
            <a:t>Treino (Validação Cruzada)</a:t>
          </a:r>
        </a:p>
      </dsp:txBody>
      <dsp:txXfrm>
        <a:off x="4085299" y="2479972"/>
        <a:ext cx="4795710" cy="1335370"/>
      </dsp:txXfrm>
    </dsp:sp>
    <dsp:sp modelId="{DBA410EB-5F61-4F46-92D9-C5B0AA59EE15}">
      <dsp:nvSpPr>
        <dsp:cNvPr id="0" name=""/>
        <dsp:cNvSpPr/>
      </dsp:nvSpPr>
      <dsp:spPr>
        <a:xfrm>
          <a:off x="6462693" y="2098438"/>
          <a:ext cx="0" cy="305227"/>
        </a:xfrm>
        <a:prstGeom prst="line">
          <a:avLst/>
        </a:prstGeom>
        <a:noFill/>
        <a:ln w="12700" cap="rnd" cmpd="sng" algn="ctr">
          <a:solidFill>
            <a:schemeClr val="accent1">
              <a:shade val="90000"/>
              <a:hueOff val="140199"/>
              <a:satOff val="2886"/>
              <a:lumOff val="12346"/>
              <a:alphaOff val="0"/>
            </a:schemeClr>
          </a:solidFill>
          <a:prstDash val="dash"/>
        </a:ln>
        <a:effectLst/>
      </dsp:spPr>
      <dsp:style>
        <a:lnRef idx="1">
          <a:scrgbClr r="0" g="0" b="0"/>
        </a:lnRef>
        <a:fillRef idx="0">
          <a:scrgbClr r="0" g="0" b="0"/>
        </a:fillRef>
        <a:effectRef idx="0">
          <a:scrgbClr r="0" g="0" b="0"/>
        </a:effectRef>
        <a:fontRef idx="minor"/>
      </dsp:style>
    </dsp:sp>
    <dsp:sp modelId="{E1220EDB-B75C-43A5-B862-97E4C09130A7}">
      <dsp:nvSpPr>
        <dsp:cNvPr id="0" name=""/>
        <dsp:cNvSpPr/>
      </dsp:nvSpPr>
      <dsp:spPr>
        <a:xfrm>
          <a:off x="6418952" y="2384270"/>
          <a:ext cx="76306" cy="76306"/>
        </a:xfrm>
        <a:prstGeom prst="ellipse">
          <a:avLst/>
        </a:prstGeom>
        <a:solidFill>
          <a:schemeClr val="accent1">
            <a:shade val="80000"/>
            <a:hueOff val="414003"/>
            <a:satOff val="-44646"/>
            <a:lumOff val="21947"/>
            <a:alphaOff val="0"/>
          </a:schemeClr>
        </a:solidFill>
        <a:ln w="2222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566B79CB-1A41-4F5C-BF91-58D94BF93913}">
      <dsp:nvSpPr>
        <dsp:cNvPr id="0" name=""/>
        <dsp:cNvSpPr/>
      </dsp:nvSpPr>
      <dsp:spPr>
        <a:xfrm rot="5400000">
          <a:off x="7693080" y="1337301"/>
          <a:ext cx="381534" cy="1138511"/>
        </a:xfrm>
        <a:prstGeom prst="round2SameRect">
          <a:avLst/>
        </a:prstGeom>
        <a:solidFill>
          <a:schemeClr val="accent1">
            <a:shade val="80000"/>
            <a:hueOff val="828006"/>
            <a:satOff val="-89291"/>
            <a:lumOff val="43893"/>
            <a:alphaOff val="0"/>
          </a:schemeClr>
        </a:solidFill>
        <a:ln w="22225" cap="rnd" cmpd="sng" algn="ctr">
          <a:solidFill>
            <a:schemeClr val="accent1">
              <a:shade val="80000"/>
              <a:hueOff val="828006"/>
              <a:satOff val="-89291"/>
              <a:lumOff val="43893"/>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rtlCol="0" anchor="ctr" anchorCtr="1">
          <a:noAutofit/>
        </a:bodyPr>
        <a:lstStyle/>
        <a:p>
          <a:pPr marL="0" lvl="0" indent="0" algn="ctr" defTabSz="533400" rtl="0">
            <a:lnSpc>
              <a:spcPct val="90000"/>
            </a:lnSpc>
            <a:spcBef>
              <a:spcPct val="0"/>
            </a:spcBef>
            <a:spcAft>
              <a:spcPct val="35000"/>
            </a:spcAft>
            <a:buNone/>
          </a:pPr>
          <a:r>
            <a:rPr lang="pt-br" sz="1200" kern="1200" dirty="0"/>
            <a:t>3ª etapa</a:t>
          </a:r>
        </a:p>
      </dsp:txBody>
      <dsp:txXfrm rot="-5400000">
        <a:off x="7314592" y="1734415"/>
        <a:ext cx="1119886" cy="344284"/>
      </dsp:txXfrm>
    </dsp:sp>
    <dsp:sp modelId="{B4723E2A-4FF1-452A-BD25-8EC364F15A6F}">
      <dsp:nvSpPr>
        <dsp:cNvPr id="0" name=""/>
        <dsp:cNvSpPr/>
      </dsp:nvSpPr>
      <dsp:spPr>
        <a:xfrm>
          <a:off x="5528952" y="0"/>
          <a:ext cx="4795710" cy="133537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137160" numCol="1" spcCol="1270" rtlCol="0" anchor="b" anchorCtr="1">
          <a:noAutofit/>
        </a:bodyPr>
        <a:lstStyle/>
        <a:p>
          <a:pPr marL="0" lvl="0" indent="0" algn="ctr" defTabSz="800100" rtl="0">
            <a:lnSpc>
              <a:spcPct val="90000"/>
            </a:lnSpc>
            <a:spcBef>
              <a:spcPct val="0"/>
            </a:spcBef>
            <a:spcAft>
              <a:spcPct val="35000"/>
            </a:spcAft>
            <a:buNone/>
          </a:pPr>
          <a:r>
            <a:rPr lang="pt-br" sz="1800" kern="1200" dirty="0"/>
            <a:t>Testes (Base desconhecida)</a:t>
          </a:r>
        </a:p>
      </dsp:txBody>
      <dsp:txXfrm>
        <a:off x="5528952" y="0"/>
        <a:ext cx="4795710" cy="1335370"/>
      </dsp:txXfrm>
    </dsp:sp>
    <dsp:sp modelId="{440E9361-37D2-4157-AF38-7B49AD23708B}">
      <dsp:nvSpPr>
        <dsp:cNvPr id="0" name=""/>
        <dsp:cNvSpPr/>
      </dsp:nvSpPr>
      <dsp:spPr>
        <a:xfrm>
          <a:off x="7880774" y="1411676"/>
          <a:ext cx="0" cy="305227"/>
        </a:xfrm>
        <a:prstGeom prst="line">
          <a:avLst/>
        </a:prstGeom>
        <a:noFill/>
        <a:ln w="12700" cap="rnd" cmpd="sng" algn="ctr">
          <a:solidFill>
            <a:schemeClr val="accent1">
              <a:shade val="90000"/>
              <a:hueOff val="186931"/>
              <a:satOff val="3848"/>
              <a:lumOff val="16461"/>
              <a:alphaOff val="0"/>
            </a:schemeClr>
          </a:solidFill>
          <a:prstDash val="dash"/>
        </a:ln>
        <a:effectLst/>
      </dsp:spPr>
      <dsp:style>
        <a:lnRef idx="1">
          <a:scrgbClr r="0" g="0" b="0"/>
        </a:lnRef>
        <a:fillRef idx="0">
          <a:scrgbClr r="0" g="0" b="0"/>
        </a:fillRef>
        <a:effectRef idx="0">
          <a:scrgbClr r="0" g="0" b="0"/>
        </a:effectRef>
        <a:fontRef idx="minor"/>
      </dsp:style>
    </dsp:sp>
    <dsp:sp modelId="{C45E7B63-1C71-483E-A3A8-705CE86D4D8E}">
      <dsp:nvSpPr>
        <dsp:cNvPr id="0" name=""/>
        <dsp:cNvSpPr/>
      </dsp:nvSpPr>
      <dsp:spPr>
        <a:xfrm>
          <a:off x="7847249" y="1335370"/>
          <a:ext cx="76306" cy="76306"/>
        </a:xfrm>
        <a:prstGeom prst="ellipse">
          <a:avLst/>
        </a:prstGeom>
        <a:solidFill>
          <a:schemeClr val="accent1">
            <a:shade val="80000"/>
            <a:hueOff val="828006"/>
            <a:satOff val="-89291"/>
            <a:lumOff val="43893"/>
            <a:alphaOff val="0"/>
          </a:schemeClr>
        </a:solidFill>
        <a:ln w="2222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0AC0B93-E8FF-4B78-A281-91ECCCEA757D}">
      <dsp:nvSpPr>
        <dsp:cNvPr id="0" name=""/>
        <dsp:cNvSpPr/>
      </dsp:nvSpPr>
      <dsp:spPr>
        <a:xfrm>
          <a:off x="3015663" y="2213648"/>
          <a:ext cx="606375" cy="1279351"/>
        </a:xfrm>
        <a:custGeom>
          <a:avLst/>
          <a:gdLst/>
          <a:ahLst/>
          <a:cxnLst/>
          <a:rect l="0" t="0" r="0" b="0"/>
          <a:pathLst>
            <a:path>
              <a:moveTo>
                <a:pt x="606375" y="0"/>
              </a:moveTo>
              <a:lnTo>
                <a:pt x="301566" y="0"/>
              </a:lnTo>
              <a:lnTo>
                <a:pt x="301566" y="1279351"/>
              </a:lnTo>
              <a:lnTo>
                <a:pt x="0" y="1279351"/>
              </a:lnTo>
            </a:path>
          </a:pathLst>
        </a:custGeom>
        <a:noFill/>
        <a:ln w="22225"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C7178A78-76DE-4DE1-B0F2-54CBCE06D362}">
      <dsp:nvSpPr>
        <dsp:cNvPr id="0" name=""/>
        <dsp:cNvSpPr/>
      </dsp:nvSpPr>
      <dsp:spPr>
        <a:xfrm>
          <a:off x="3015663" y="2167928"/>
          <a:ext cx="606375" cy="91440"/>
        </a:xfrm>
        <a:custGeom>
          <a:avLst/>
          <a:gdLst/>
          <a:ahLst/>
          <a:cxnLst/>
          <a:rect l="0" t="0" r="0" b="0"/>
          <a:pathLst>
            <a:path>
              <a:moveTo>
                <a:pt x="606375" y="45720"/>
              </a:moveTo>
              <a:lnTo>
                <a:pt x="0" y="45720"/>
              </a:lnTo>
            </a:path>
          </a:pathLst>
        </a:custGeom>
        <a:noFill/>
        <a:ln w="22225"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70D87852-25F4-43B1-8A06-4EA901A53F97}">
      <dsp:nvSpPr>
        <dsp:cNvPr id="0" name=""/>
        <dsp:cNvSpPr/>
      </dsp:nvSpPr>
      <dsp:spPr>
        <a:xfrm>
          <a:off x="3015663" y="947367"/>
          <a:ext cx="606375" cy="1266281"/>
        </a:xfrm>
        <a:custGeom>
          <a:avLst/>
          <a:gdLst/>
          <a:ahLst/>
          <a:cxnLst/>
          <a:rect l="0" t="0" r="0" b="0"/>
          <a:pathLst>
            <a:path>
              <a:moveTo>
                <a:pt x="606375" y="1266281"/>
              </a:moveTo>
              <a:lnTo>
                <a:pt x="301566" y="1266281"/>
              </a:lnTo>
              <a:lnTo>
                <a:pt x="301566" y="0"/>
              </a:lnTo>
              <a:lnTo>
                <a:pt x="0" y="0"/>
              </a:lnTo>
            </a:path>
          </a:pathLst>
        </a:custGeom>
        <a:noFill/>
        <a:ln w="22225"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A2108E41-2163-4A16-9D9D-69C6A6AEF605}">
      <dsp:nvSpPr>
        <dsp:cNvPr id="0" name=""/>
        <dsp:cNvSpPr/>
      </dsp:nvSpPr>
      <dsp:spPr>
        <a:xfrm>
          <a:off x="3622038" y="1753759"/>
          <a:ext cx="3015663" cy="919777"/>
        </a:xfrm>
        <a:prstGeom prst="rect">
          <a:avLst/>
        </a:prstGeom>
        <a:solidFill>
          <a:schemeClr val="accent1">
            <a:hueOff val="0"/>
            <a:satOff val="0"/>
            <a:lumOff val="0"/>
            <a:alphaOff val="0"/>
          </a:schemeClr>
        </a:solidFill>
        <a:ln w="2222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1066800">
            <a:lnSpc>
              <a:spcPct val="90000"/>
            </a:lnSpc>
            <a:spcBef>
              <a:spcPct val="0"/>
            </a:spcBef>
            <a:spcAft>
              <a:spcPct val="35000"/>
            </a:spcAft>
            <a:buNone/>
          </a:pPr>
          <a:r>
            <a:rPr lang="pt-BR" sz="2400" i="1" kern="1200" dirty="0" err="1"/>
            <a:t>GridSearchCV</a:t>
          </a:r>
          <a:endParaRPr lang="pt-BR" sz="2400" i="1" kern="1200" dirty="0"/>
        </a:p>
      </dsp:txBody>
      <dsp:txXfrm>
        <a:off x="3622038" y="1753759"/>
        <a:ext cx="3015663" cy="919777"/>
      </dsp:txXfrm>
    </dsp:sp>
    <dsp:sp modelId="{1192D9E5-7A1C-4104-949D-5ADE9BD4128B}">
      <dsp:nvSpPr>
        <dsp:cNvPr id="0" name=""/>
        <dsp:cNvSpPr/>
      </dsp:nvSpPr>
      <dsp:spPr>
        <a:xfrm>
          <a:off x="0" y="487478"/>
          <a:ext cx="3015663" cy="919777"/>
        </a:xfrm>
        <a:prstGeom prst="rect">
          <a:avLst/>
        </a:prstGeom>
        <a:solidFill>
          <a:schemeClr val="accent1">
            <a:hueOff val="0"/>
            <a:satOff val="0"/>
            <a:lumOff val="0"/>
            <a:alphaOff val="0"/>
          </a:schemeClr>
        </a:solidFill>
        <a:ln w="2222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pt-BR" sz="2000" kern="1200" dirty="0"/>
            <a:t>Recursos de Entrada</a:t>
          </a:r>
        </a:p>
        <a:p>
          <a:pPr marL="0" lvl="0" indent="0" algn="ctr" defTabSz="889000">
            <a:lnSpc>
              <a:spcPct val="90000"/>
            </a:lnSpc>
            <a:spcBef>
              <a:spcPct val="0"/>
            </a:spcBef>
            <a:spcAft>
              <a:spcPct val="35000"/>
            </a:spcAft>
            <a:buNone/>
          </a:pPr>
          <a:r>
            <a:rPr lang="pt-BR" sz="2000" kern="1200" dirty="0"/>
            <a:t>(1, 2, 3, 4, 5, 6, 7)</a:t>
          </a:r>
        </a:p>
      </dsp:txBody>
      <dsp:txXfrm>
        <a:off x="0" y="487478"/>
        <a:ext cx="3015663" cy="919777"/>
      </dsp:txXfrm>
    </dsp:sp>
    <dsp:sp modelId="{B980D154-2AC7-485A-A2E3-7B7BAF8C3790}">
      <dsp:nvSpPr>
        <dsp:cNvPr id="0" name=""/>
        <dsp:cNvSpPr/>
      </dsp:nvSpPr>
      <dsp:spPr>
        <a:xfrm>
          <a:off x="0" y="1753759"/>
          <a:ext cx="3015663" cy="919777"/>
        </a:xfrm>
        <a:prstGeom prst="rect">
          <a:avLst/>
        </a:prstGeom>
        <a:solidFill>
          <a:schemeClr val="accent1">
            <a:hueOff val="0"/>
            <a:satOff val="0"/>
            <a:lumOff val="0"/>
            <a:alphaOff val="0"/>
          </a:schemeClr>
        </a:solidFill>
        <a:ln w="2222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pt-BR" sz="2000" kern="1200" dirty="0"/>
            <a:t>Número de Neurônios</a:t>
          </a:r>
        </a:p>
        <a:p>
          <a:pPr marL="0" lvl="0" indent="0" algn="ctr" defTabSz="889000">
            <a:lnSpc>
              <a:spcPct val="90000"/>
            </a:lnSpc>
            <a:spcBef>
              <a:spcPct val="0"/>
            </a:spcBef>
            <a:spcAft>
              <a:spcPct val="35000"/>
            </a:spcAft>
            <a:buNone/>
          </a:pPr>
          <a:r>
            <a:rPr lang="pt-BR" sz="2000" kern="1200" dirty="0"/>
            <a:t>(10, 30, 50)</a:t>
          </a:r>
        </a:p>
      </dsp:txBody>
      <dsp:txXfrm>
        <a:off x="0" y="1753759"/>
        <a:ext cx="3015663" cy="919777"/>
      </dsp:txXfrm>
    </dsp:sp>
    <dsp:sp modelId="{AAA455E1-A6FB-4D42-800B-286D7FC8999E}">
      <dsp:nvSpPr>
        <dsp:cNvPr id="0" name=""/>
        <dsp:cNvSpPr/>
      </dsp:nvSpPr>
      <dsp:spPr>
        <a:xfrm>
          <a:off x="0" y="3033111"/>
          <a:ext cx="3015663" cy="919777"/>
        </a:xfrm>
        <a:prstGeom prst="rect">
          <a:avLst/>
        </a:prstGeom>
        <a:solidFill>
          <a:schemeClr val="accent1">
            <a:hueOff val="0"/>
            <a:satOff val="0"/>
            <a:lumOff val="0"/>
            <a:alphaOff val="0"/>
          </a:schemeClr>
        </a:solidFill>
        <a:ln w="2222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pt-BR" sz="2000" kern="1200" dirty="0"/>
            <a:t>Número de Iterações</a:t>
          </a:r>
        </a:p>
        <a:p>
          <a:pPr marL="0" lvl="0" indent="0" algn="ctr" defTabSz="889000">
            <a:lnSpc>
              <a:spcPct val="90000"/>
            </a:lnSpc>
            <a:spcBef>
              <a:spcPct val="0"/>
            </a:spcBef>
            <a:spcAft>
              <a:spcPct val="35000"/>
            </a:spcAft>
            <a:buNone/>
          </a:pPr>
          <a:r>
            <a:rPr lang="pt-BR" sz="2000" kern="1200" dirty="0"/>
            <a:t>(1500, 3000, 5000)</a:t>
          </a:r>
        </a:p>
      </dsp:txBody>
      <dsp:txXfrm>
        <a:off x="0" y="3033111"/>
        <a:ext cx="3015663" cy="919777"/>
      </dsp:txXfrm>
    </dsp:sp>
  </dsp:spTree>
</dsp:drawing>
</file>

<file path=ppt/diagrams/layout1.xml><?xml version="1.0" encoding="utf-8"?>
<dgm:layoutDef xmlns:dgm="http://schemas.openxmlformats.org/drawingml/2006/diagram" xmlns:a="http://schemas.openxmlformats.org/drawingml/2006/main" uniqueId="urn:microsoft.com/office/officeart/2016/7/layout/RoundedRectangleTimeline">
  <dgm:title val="Rounded Rectangle Timeline"/>
  <dgm:desc val="Use to show a list of events in chronological order. An invisible box contains the description while the date is shown in rectangles, except for the first and last node where the corners of the rectangle are rounded. It can display large amount of text and long descriptive date format."/>
  <dgm:catLst>
    <dgm:cat type="timeline" pri="500"/>
    <dgm:cat type="process" pri="6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Name0">
    <dgm:varLst>
      <dgm:chMax/>
      <dgm:chPref/>
      <dgm:animLvl val="lvl"/>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constrLst>
      <dgm:constr type="primFontSz" for="des" forName="parent" val="18"/>
      <dgm:constr type="primFontSz" for="des" forName="Childtext" val="18"/>
      <dgm:constr type="primFontSz" for="des" forName="Childtext" refType="primFontSz" refFor="des" refForName="parent" op="lte"/>
      <dgm:constr type="w" for="ch" forName="composite" refType="w"/>
      <dgm:constr type="h" for="ch" forName="composite" refType="h"/>
      <dgm:constr type="w" for="ch" forName="spaceBetweenRectangles" refType="w" refFor="ch" refForName="composite" fact="-0.4"/>
      <dgm:constr type="w" for="ch" ptType="sibTrans" op="equ"/>
      <dgm:constr type="primFontSz" for="des" forName="parent" op="equ"/>
      <dgm:constr type="primFontSz" for="des" forName="Childtext" op="equ"/>
      <dgm:constr type="primFontSz" for="des" forName="parent1" val="18"/>
      <dgm:constr type="primFontSz" for="des" forName="Childtext1" val="18"/>
      <dgm:constr type="primFontSz" for="des" forName="Childtext1" refType="primFontSz" refFor="des" refForName="parent1" op="lte"/>
      <dgm:constr type="w" for="ch" forName="composite1" refType="w"/>
      <dgm:constr type="h" for="ch" forName="composite1" refType="h"/>
      <dgm:constr type="w" for="ch" forName="spaceBetweenRectangles1" refType="w" refFor="ch" refForName="composite1" fact="-0.4"/>
      <dgm:constr type="primFontSz" for="des" forName="parent1" op="equ"/>
      <dgm:constr type="primFontSz" for="des" forName="Childtext1" op="equ"/>
    </dgm:constrLst>
    <dgm:choose name="layoutByNodeCnt">
      <dgm:if name="twoOrLessNodes" axis="ch" ptType="node" func="cnt" op="lte" val="2">
        <dgm:forEach name="nodesForEach" axis="ch" ptType="node">
          <dgm:layoutNode name="composite">
            <dgm:alg type="composite"/>
            <dgm:shape xmlns:r="http://schemas.openxmlformats.org/officeDocument/2006/relationships" r:blip="">
              <dgm:adjLst/>
            </dgm:shape>
            <dgm:choose name="casesForFirstAndLastNode1">
              <dgm:if name="startNode1" axis="self" ptType="node" func="pos" op="equ" val="1">
                <dgm:choose name="removeLineWhenOnlyOneNode1">
                  <dgm:if name="ifOnlyOneNode1" axis="followSib" ptType="node" func="cnt" op="equ" val="0">
                    <dgm:constrLst>
                      <dgm:constr type="w" for="ch" forName="parent" refType="w" fact="0.95"/>
                      <dgm:constr type="l" for="ch" forName="parent" refType="w" fact="0.025"/>
                      <dgm:constr type="t" for="ch" forName="parent" refType="h" fact="0.45"/>
                      <dgm:constr type="h" for="ch" forName="parent" refType="h" fact="0.1"/>
                      <dgm:constr type="l" for="ch" forName="Childtext" refType="w" fact="0.025"/>
                      <dgm:constr type="w" for="ch" forName="Childtext" refType="w" fact="0.95"/>
                      <dgm:constr type="h" for="ch" forName="Childtext" refType="h" fact="0.35"/>
                      <dgm:constr type="w" for="ch" forName="ConnectLine"/>
                      <dgm:constr type="h" for="ch" forName="ConnectLine" refType="h" fact="0.08"/>
                      <dgm:constr type="t" for="ch" forName="ConnectLine" refType="h" fact="0.37"/>
                      <dgm:constr type="ctrX" for="ch" forName="ConnectLine" refType="w" fact="0.5"/>
                      <dgm:constr type="w" for="ch" forName="ConnectLineEnd" refType="h" fact="0.02"/>
                      <dgm:constr type="h" for="ch" forName="ConnectLineEnd" refType="h" fact="0.02"/>
                      <dgm:constr type="t" for="ch" forName="ConnectLineEnd" refType="h" fact="0.35"/>
                      <dgm:constr type="ctrX" for="ch" forName="ConnectLineEnd" refType="w" fact="0.5"/>
                      <dgm:constr type="w" for="ch" forName="EmptyPane" refType="w"/>
                      <dgm:constr type="t" for="ch" forName="EmptyPane" refType="h" fact="0.55"/>
                      <dgm:constr type="h" for="ch" forName="EmptyPane" refType="h" fact="0.45"/>
                    </dgm:constrLst>
                  </dgm:if>
                  <dgm:else name="ifMoreThanOneNode1">
                    <dgm:constrLst>
                      <dgm:constr type="w" for="ch" forName="parent" refType="w" fact="0.6"/>
                      <dgm:constr type="l" for="ch" forName="parent" refType="w" fact="0.2"/>
                      <dgm:constr type="t" for="ch" forName="parent" refType="h" fact="0.45"/>
                      <dgm:constr type="h" for="ch" forName="parent" refType="h" fact="0.1"/>
                      <dgm:constr type="l" for="ch" forName="Childtext" refType="w" fact="0.2"/>
                      <dgm:constr type="w" for="ch" forName="Childtext" refType="w" fact="0.6"/>
                      <dgm:constr type="h" for="ch" forName="Childtext" refType="h" fact="0.35"/>
                      <dgm:constr type="w" for="ch" forName="ConnectLine"/>
                      <dgm:constr type="h" for="ch" forName="ConnectLine" refType="h" fact="0.08"/>
                      <dgm:constr type="t" for="ch" forName="ConnectLine" refType="h" fact="0.37"/>
                      <dgm:constr type="ctrX" for="ch" forName="ConnectLine" refType="w" fact="0.5"/>
                      <dgm:constr type="w" for="ch" forName="ConnectLineEnd" refType="h" fact="0.02"/>
                      <dgm:constr type="h" for="ch" forName="ConnectLineEnd" refType="h" fact="0.02"/>
                      <dgm:constr type="t" for="ch" forName="ConnectLineEnd" refType="h" fact="0.35"/>
                      <dgm:constr type="ctrX" for="ch" forName="ConnectLineEnd" refType="w" fact="0.5"/>
                      <dgm:constr type="w" for="ch" forName="EmptyPane" refType="w"/>
                      <dgm:constr type="t" for="ch" forName="EmptyPane" refType="h" fact="0.55"/>
                      <dgm:constr type="h" for="ch" forName="EmptyPane" refType="h" fact="0.45"/>
                    </dgm:constrLst>
                  </dgm:else>
                </dgm:choose>
              </dgm:if>
              <dgm:else name="notStartNode1">
                <dgm:constrLst>
                  <dgm:constr type="w" for="ch" forName="parent" refType="w" fact="0.6"/>
                  <dgm:constr type="l" for="ch" forName="parent" refType="w" fact="0.2"/>
                  <dgm:constr type="t" for="ch" forName="parent" refType="h" fact="0.45"/>
                  <dgm:constr type="h" for="ch" forName="parent" refType="h" fact="0.1"/>
                  <dgm:constr type="l" for="ch" forName="Childtext" refType="w" fact="0.2"/>
                  <dgm:constr type="w" for="ch" forName="Childtext" refType="w" fact="0.6"/>
                  <dgm:constr type="h" for="ch" forName="Childtext" refType="h" fact="0.35"/>
                  <dgm:constr type="t" for="ch" forName="Childtext" refType="h" fact="0.65"/>
                  <dgm:constr type="w" for="ch" forName="ConnectLine"/>
                  <dgm:constr type="h" for="ch" forName="ConnectLine" refType="h" fact="0.08"/>
                  <dgm:constr type="t" for="ch" forName="ConnectLine" refType="h" fact="0.55"/>
                  <dgm:constr type="ctrX" for="ch" forName="ConnectLine" refType="w" fact="0.5"/>
                  <dgm:constr type="w" for="ch" forName="ConnectLineEnd" refType="h" fact="0.02"/>
                  <dgm:constr type="h" for="ch" forName="ConnectLineEnd" refType="h" fact="0.02"/>
                  <dgm:constr type="b" for="ch" forName="ConnectLineEnd" refType="h" fact="0.65"/>
                  <dgm:constr type="ctrX" for="ch" forName="ConnectLineEnd" refType="w" fact="0.5"/>
                  <dgm:constr type="w" for="ch" forName="EmptyPane" refType="w"/>
                  <dgm:constr type="h" for="ch" forName="EmptyPane" refType="h" fact="0.45"/>
                </dgm:constrLst>
              </dgm:else>
            </dgm:choose>
            <dgm:layoutNode name="parent" styleLbl="alignNode1">
              <dgm:varLst>
                <dgm:chMax val="1"/>
                <dgm:chPref val="1"/>
                <dgm:bulletEnabled val="1"/>
              </dgm:varLst>
              <dgm:alg type="tx">
                <dgm:param type="txAnchorHorz" val="ctr"/>
                <dgm:param type="txAnchorVert" val="mid"/>
                <dgm:param type="parTxLTRAlign" val="ctr"/>
                <dgm:param type="parTxRTLAlign" val="ctr"/>
              </dgm:alg>
              <dgm:choose name="casesForFirstAndLastNode">
                <dgm:if name="startNode" axis="self" ptType="node" func="pos" op="equ" val="1">
                  <dgm:choose name="removeLineWhenOnlyOneNode">
                    <dgm:if name="ifOnlyOneNode" axis="followSib" ptType="node" func="cnt" op="equ" val="0">
                      <dgm:shape xmlns:r="http://schemas.openxmlformats.org/officeDocument/2006/relationships" type="roundRect" r:blip="">
                        <dgm:adjLst/>
                      </dgm:shape>
                    </dgm:if>
                    <dgm:else name="ifMoreThanOneNode">
                      <dgm:choose name="Name18">
                        <dgm:if name="Name19" func="var" arg="dir" op="equ" val="norm">
                          <dgm:shape xmlns:r="http://schemas.openxmlformats.org/officeDocument/2006/relationships" rot="-90" type="round2SameRect" r:blip="">
                            <dgm:adjLst/>
                          </dgm:shape>
                        </dgm:if>
                        <dgm:else name="Name20">
                          <dgm:shape xmlns:r="http://schemas.openxmlformats.org/officeDocument/2006/relationships" rot="90" type="round2SameRect" r:blip="">
                            <dgm:adjLst/>
                          </dgm:shape>
                        </dgm:else>
                      </dgm:choose>
                    </dgm:else>
                  </dgm:choose>
                </dgm:if>
                <dgm:else name="notStartNode">
                  <dgm:choose name="Name22">
                    <dgm:if name="Name23" axis="self" ptType="node" func="revPos" op="equ" val="1">
                      <dgm:choose name="Name24">
                        <dgm:if name="Name25" func="var" arg="dir" op="equ" val="norm">
                          <dgm:shape xmlns:r="http://schemas.openxmlformats.org/officeDocument/2006/relationships" rot="90" type="round2SameRect" r:blip="">
                            <dgm:adjLst/>
                          </dgm:shape>
                        </dgm:if>
                        <dgm:else name="Name26">
                          <dgm:shape xmlns:r="http://schemas.openxmlformats.org/officeDocument/2006/relationships" rot="-90" type="round2SameRect" r:blip="">
                            <dgm:adjLst/>
                          </dgm:shape>
                        </dgm:else>
                      </dgm:choose>
                    </dgm:if>
                    <dgm:else name="Name27">
                      <dgm:shape xmlns:r="http://schemas.openxmlformats.org/officeDocument/2006/relationships" type="rect" r:blip="">
                        <dgm:adjLst/>
                      </dgm:shape>
                    </dgm:else>
                  </dgm:choose>
                </dgm:else>
              </dgm:choose>
              <dgm:presOf axis="self" ptType="node"/>
              <dgm:constrLst>
                <dgm:constr type="lMarg" refType="primFontSz" fact="0.6"/>
                <dgm:constr type="rMarg" refType="primFontSz" fact="0.6"/>
                <dgm:constr type="tMarg" refType="primFontSz" fact="0.6"/>
                <dgm:constr type="bMarg" refType="primFontSz" fact="0.6"/>
              </dgm:constrLst>
              <dgm:ruleLst>
                <dgm:rule type="primFontSz" val="11" fact="NaN" max="NaN"/>
              </dgm:ruleLst>
            </dgm:layoutNode>
            <dgm:layoutNode name="Childtext" styleLbl="revTx">
              <dgm:varLst>
                <dgm:bulletEnabled val="1"/>
              </dgm:varLst>
              <dgm:choose name="casesForTxtDirLogic">
                <dgm:if name="Name77" axis="self" ptType="node" func="posOdd" op="equ" val="1">
                  <dgm:alg type="tx">
                    <dgm:param type="txAnchorVert" val="b"/>
                    <dgm:param type="txAnchorHorz" val="ctr"/>
                    <dgm:param type="parTxLTRAlign" val="ctr"/>
                    <dgm:param type="parTxRTLAlign" val="ctr"/>
                  </dgm:alg>
                  <dgm:constrLst>
                    <dgm:constr type="lMarg"/>
                    <dgm:constr type="rMarg"/>
                    <dgm:constr type="tMarg"/>
                    <dgm:constr type="bMarg" refType="primFontSz" fact="0.6"/>
                  </dgm:constrLst>
                </dgm:if>
                <dgm:else name="Name88">
                  <dgm:alg type="tx">
                    <dgm:param type="txAnchorVert" val="t"/>
                    <dgm:param type="txAnchorHorz" val="ctr"/>
                    <dgm:param type="parTxLTRAlign" val="ctr"/>
                    <dgm:param type="parTxRTLAlign" val="ctr"/>
                  </dgm:alg>
                  <dgm:constrLst>
                    <dgm:constr type="lMarg"/>
                    <dgm:constr type="rMarg"/>
                    <dgm:constr type="tMarg" refType="primFontSz" fact="0.6"/>
                    <dgm:constr type="bMarg"/>
                  </dgm:constrLst>
                </dgm:else>
              </dgm:choose>
              <dgm:shape xmlns:r="http://schemas.openxmlformats.org/officeDocument/2006/relationships" type="rect" r:blip="">
                <dgm:adjLst/>
              </dgm:shape>
              <dgm:presOf axis="ch" ptType="node"/>
              <dgm:ruleLst>
                <dgm:rule type="primFontSz" val="11" fact="NaN" max="NaN"/>
              </dgm:ruleLst>
            </dgm:layoutNode>
            <dgm:layoutNode name="ConnectLine" styleLbl="sibTrans1D1">
              <dgm:alg type="sp"/>
              <dgm:shape xmlns:r="http://schemas.openxmlformats.org/officeDocument/2006/relationships" type="line" r:blip="">
                <dgm:adjLst/>
                <dgm:extLst>
                  <a:ext uri="{B698B0E9-8C71-41B9-8309-B3DCBF30829C}">
                    <dgm1612:spPr xmlns:dgm1612="http://schemas.microsoft.com/office/drawing/2016/12/diagram">
                      <a:ln>
                        <a:prstDash val="dash"/>
                      </a:ln>
                    </dgm1612:spPr>
                  </a:ext>
                </dgm:extLst>
              </dgm:shape>
              <dgm:presOf/>
              <dgm:constrLst/>
            </dgm:layoutNode>
            <dgm:layoutNode name="ConnectLineEnd" styleLbl="lnNode1">
              <dgm:alg type="sp"/>
              <dgm:shape xmlns:r="http://schemas.openxmlformats.org/officeDocument/2006/relationships" type="ellipse" r:blip="">
                <dgm:adjLst/>
              </dgm:shape>
              <dgm:presOf/>
              <dgm:constrLst/>
            </dgm:layoutNode>
            <dgm:layoutNode name="EmptyPane">
              <dgm:alg type="sp"/>
              <dgm:shape xmlns:r="http://schemas.openxmlformats.org/officeDocument/2006/relationships" r:blip="">
                <dgm:adjLst/>
              </dgm:shape>
              <dgm:presOf/>
              <dgm:constrLst/>
            </dgm:layoutNode>
          </dgm:layoutNode>
          <dgm:forEach name="Name28" axis="followSib" ptType="sibTrans" cnt="1">
            <dgm:layoutNode name="spaceBetweenRectangles">
              <dgm:alg type="sp"/>
              <dgm:shape xmlns:r="http://schemas.openxmlformats.org/officeDocument/2006/relationships" r:blip="">
                <dgm:adjLst/>
              </dgm:shape>
              <dgm:presOf/>
              <dgm:constrLst/>
              <dgm:ruleLst/>
            </dgm:layoutNode>
          </dgm:forEach>
        </dgm:forEach>
      </dgm:if>
      <dgm:else name="moreThanTwoNodes">
        <dgm:forEach name="nodesForEach1" axis="ch" ptType="node">
          <dgm:layoutNode name="composite1">
            <dgm:alg type="composite"/>
            <dgm:shape xmlns:r="http://schemas.openxmlformats.org/officeDocument/2006/relationships" r:blip="">
              <dgm:adjLst/>
            </dgm:shape>
            <dgm:choose name="casesForSnakingLogic21">
              <dgm:if name="oddNode21" axis="self" ptType="node" func="posOdd" op="equ" val="1">
                <dgm:constrLst>
                  <dgm:constr type="w" for="ch" forName="parent1" refType="w" fact="0.6"/>
                  <dgm:constr type="l" for="ch" forName="parent1" refType="w" fact="0.2"/>
                  <dgm:constr type="t" for="ch" forName="parent1" refType="h" fact="0.45"/>
                  <dgm:constr type="h" for="ch" forName="parent1" refType="h" fact="0.1"/>
                  <dgm:constr type="w" for="ch" forName="Childtext1" refType="w"/>
                  <dgm:constr type="h" for="ch" forName="Childtext1" refType="h" fact="0.35"/>
                  <dgm:constr type="w" for="ch" forName="ConnectLine1"/>
                  <dgm:constr type="h" for="ch" forName="ConnectLine1" refType="h" fact="0.08"/>
                  <dgm:constr type="t" for="ch" forName="ConnectLine1" refType="h" fact="0.37"/>
                  <dgm:constr type="ctrX" for="ch" forName="ConnectLine1" refType="w" fact="0.5"/>
                  <dgm:constr type="w" for="ch" forName="ConnectLineEnd1" refType="h" fact="0.02"/>
                  <dgm:constr type="h" for="ch" forName="ConnectLineEnd1" refType="h" fact="0.02"/>
                  <dgm:constr type="t" for="ch" forName="ConnectLineEnd1" refType="h" fact="0.35"/>
                  <dgm:constr type="ctrX" for="ch" forName="ConnectLineEnd1" refType="w" fact="0.5"/>
                  <dgm:constr type="w" for="ch" forName="EmptyPane1" refType="w"/>
                  <dgm:constr type="t" for="ch" forName="EmptyPane1" refType="h" fact="0.55"/>
                  <dgm:constr type="h" for="ch" forName="EmptyPane1" refType="h" fact="0.45"/>
                </dgm:constrLst>
              </dgm:if>
              <dgm:else name="evenNode2">
                <dgm:constrLst>
                  <dgm:constr type="w" for="ch" forName="parent1" refType="w" fact="0.6"/>
                  <dgm:constr type="l" for="ch" forName="parent1" refType="w" fact="0.2"/>
                  <dgm:constr type="t" for="ch" forName="parent1" refType="h" fact="0.45"/>
                  <dgm:constr type="h" for="ch" forName="parent1" refType="h" fact="0.1"/>
                  <dgm:constr type="w" for="ch" forName="Childtext1" refType="w"/>
                  <dgm:constr type="h" for="ch" forName="Childtext1" refType="h" fact="0.35"/>
                  <dgm:constr type="t" for="ch" forName="Childtext1" refType="h" fact="0.65"/>
                  <dgm:constr type="w" for="ch" forName="ConnectLine1"/>
                  <dgm:constr type="h" for="ch" forName="ConnectLine1" refType="h" fact="0.08"/>
                  <dgm:constr type="t" for="ch" forName="ConnectLine1" refType="h" fact="0.55"/>
                  <dgm:constr type="ctrX" for="ch" forName="ConnectLine1" refType="w" fact="0.5"/>
                  <dgm:constr type="w" for="ch" forName="ConnectLineEnd1" refType="h" fact="0.02"/>
                  <dgm:constr type="h" for="ch" forName="ConnectLineEnd1" refType="h" fact="0.02"/>
                  <dgm:constr type="b" for="ch" forName="ConnectLineEnd1" refType="h" fact="0.65"/>
                  <dgm:constr type="ctrX" for="ch" forName="ConnectLineEnd1" refType="w" fact="0.5"/>
                  <dgm:constr type="w" for="ch" forName="EmptyPane1" refType="w"/>
                  <dgm:constr type="h" for="ch" forName="EmptyPane1" refType="h" fact="0.45"/>
                </dgm:constrLst>
              </dgm:else>
            </dgm:choose>
            <dgm:layoutNode name="parent1" styleLbl="alignNode1">
              <dgm:varLst>
                <dgm:chMax val="1"/>
                <dgm:chPref val="1"/>
                <dgm:bulletEnabled val="1"/>
              </dgm:varLst>
              <dgm:alg type="tx">
                <dgm:param type="txAnchorHorz" val="ctr"/>
                <dgm:param type="txAnchorVert" val="mid"/>
                <dgm:param type="parTxLTRAlign" val="ctr"/>
                <dgm:param type="parTxRTLAlign" val="ctr"/>
              </dgm:alg>
              <dgm:choose name="casesForFirstAndLastNode12">
                <dgm:if name="startNode12" axis="self" ptType="node" func="pos" op="equ" val="1">
                  <dgm:choose name="removeLineWhenOnlyOneNode12">
                    <dgm:if name="ifOnlyOneNode12" axis="followSib" ptType="node" func="cnt" op="equ" val="0">
                      <dgm:shape xmlns:r="http://schemas.openxmlformats.org/officeDocument/2006/relationships" type="roundRect" r:blip="">
                        <dgm:adjLst/>
                      </dgm:shape>
                    </dgm:if>
                    <dgm:else name="ifMoreThanOneNode12">
                      <dgm:choose name="Name181">
                        <dgm:if name="Name191" func="var" arg="dir" op="equ" val="norm">
                          <dgm:shape xmlns:r="http://schemas.openxmlformats.org/officeDocument/2006/relationships" rot="-90" type="round2SameRect" r:blip="">
                            <dgm:adjLst/>
                          </dgm:shape>
                        </dgm:if>
                        <dgm:else name="Name201">
                          <dgm:shape xmlns:r="http://schemas.openxmlformats.org/officeDocument/2006/relationships" rot="90" type="round2SameRect" r:blip="">
                            <dgm:adjLst/>
                          </dgm:shape>
                        </dgm:else>
                      </dgm:choose>
                    </dgm:else>
                  </dgm:choose>
                </dgm:if>
                <dgm:else name="notStartNode12">
                  <dgm:choose name="Name221">
                    <dgm:if name="Name231" axis="self" ptType="node" func="revPos" op="equ" val="1">
                      <dgm:choose name="Name241">
                        <dgm:if name="Name251" func="var" arg="dir" op="equ" val="norm">
                          <dgm:shape xmlns:r="http://schemas.openxmlformats.org/officeDocument/2006/relationships" rot="90" type="round2SameRect" r:blip="">
                            <dgm:adjLst/>
                          </dgm:shape>
                        </dgm:if>
                        <dgm:else name="Name261">
                          <dgm:shape xmlns:r="http://schemas.openxmlformats.org/officeDocument/2006/relationships" rot="-90" type="round2SameRect" r:blip="">
                            <dgm:adjLst/>
                          </dgm:shape>
                        </dgm:else>
                      </dgm:choose>
                    </dgm:if>
                    <dgm:else name="Name271">
                      <dgm:shape xmlns:r="http://schemas.openxmlformats.org/officeDocument/2006/relationships" type="rect" r:blip="">
                        <dgm:adjLst/>
                      </dgm:shape>
                    </dgm:else>
                  </dgm:choose>
                </dgm:else>
              </dgm:choose>
              <dgm:presOf axis="self" ptType="node"/>
              <dgm:constrLst>
                <dgm:constr type="lMarg" refType="primFontSz" fact="0.6"/>
                <dgm:constr type="rMarg" refType="primFontSz" fact="0.6"/>
                <dgm:constr type="tMarg" refType="primFontSz" fact="0.6"/>
                <dgm:constr type="bMarg" refType="primFontSz" fact="0.6"/>
              </dgm:constrLst>
              <dgm:ruleLst>
                <dgm:rule type="primFontSz" val="11" fact="NaN" max="NaN"/>
              </dgm:ruleLst>
            </dgm:layoutNode>
            <dgm:layoutNode name="Childtext1" styleLbl="revTx">
              <dgm:varLst>
                <dgm:bulletEnabled val="1"/>
              </dgm:varLst>
              <dgm:choose name="casesForTxtDirLogic1">
                <dgm:if name="Name771" axis="self" ptType="node" func="posOdd" op="equ" val="1">
                  <dgm:alg type="tx">
                    <dgm:param type="txAnchorVert" val="b"/>
                    <dgm:param type="txAnchorHorz" val="ctr"/>
                    <dgm:param type="parTxLTRAlign" val="ctr"/>
                    <dgm:param type="parTxRTLAlign" val="ctr"/>
                  </dgm:alg>
                  <dgm:constrLst>
                    <dgm:constr type="lMarg"/>
                    <dgm:constr type="rMarg"/>
                    <dgm:constr type="tMarg"/>
                    <dgm:constr type="bMarg" refType="primFontSz" fact="0.6"/>
                  </dgm:constrLst>
                </dgm:if>
                <dgm:else name="Name881">
                  <dgm:alg type="tx">
                    <dgm:param type="txAnchorVert" val="t"/>
                    <dgm:param type="txAnchorHorz" val="ctr"/>
                    <dgm:param type="parTxLTRAlign" val="ctr"/>
                    <dgm:param type="parTxRTLAlign" val="ctr"/>
                  </dgm:alg>
                  <dgm:constrLst>
                    <dgm:constr type="lMarg"/>
                    <dgm:constr type="rMarg"/>
                    <dgm:constr type="tMarg" refType="primFontSz" fact="0.6"/>
                    <dgm:constr type="bMarg"/>
                  </dgm:constrLst>
                </dgm:else>
              </dgm:choose>
              <dgm:shape xmlns:r="http://schemas.openxmlformats.org/officeDocument/2006/relationships" type="rect" r:blip="">
                <dgm:adjLst/>
              </dgm:shape>
              <dgm:presOf axis="ch" ptType="node"/>
              <dgm:ruleLst>
                <dgm:rule type="primFontSz" val="11" fact="NaN" max="NaN"/>
              </dgm:ruleLst>
            </dgm:layoutNode>
            <dgm:layoutNode name="ConnectLine1" styleLbl="sibTrans1D1">
              <dgm:alg type="sp"/>
              <dgm:shape xmlns:r="http://schemas.openxmlformats.org/officeDocument/2006/relationships" type="line" r:blip="">
                <dgm:adjLst/>
                <dgm:extLst>
                  <a:ext uri="{B698B0E9-8C71-41B9-8309-B3DCBF30829C}">
                    <dgm1612:spPr xmlns:dgm1612="http://schemas.microsoft.com/office/drawing/2016/12/diagram">
                      <a:ln>
                        <a:prstDash val="dash"/>
                      </a:ln>
                    </dgm1612:spPr>
                  </a:ext>
                </dgm:extLst>
              </dgm:shape>
              <dgm:presOf/>
              <dgm:constrLst/>
            </dgm:layoutNode>
            <dgm:layoutNode name="ConnectLineEnd1" styleLbl="lnNode1">
              <dgm:alg type="sp"/>
              <dgm:shape xmlns:r="http://schemas.openxmlformats.org/officeDocument/2006/relationships" type="ellipse" r:blip="">
                <dgm:adjLst/>
              </dgm:shape>
              <dgm:presOf/>
              <dgm:constrLst/>
            </dgm:layoutNode>
            <dgm:layoutNode name="EmptyPane1">
              <dgm:alg type="sp"/>
              <dgm:shape xmlns:r="http://schemas.openxmlformats.org/officeDocument/2006/relationships" r:blip="">
                <dgm:adjLst/>
              </dgm:shape>
              <dgm:presOf/>
              <dgm:constrLst/>
            </dgm:layoutNode>
          </dgm:layoutNode>
          <dgm:forEach name="Name281" axis="followSib" ptType="sibTrans" cnt="1">
            <dgm:layoutNode name="spaceBetweenRectangles1">
              <dgm:alg type="sp"/>
              <dgm:shape xmlns:r="http://schemas.openxmlformats.org/officeDocument/2006/relationships" r:blip="">
                <dgm:adjLst/>
              </dgm:shape>
              <dgm:presOf/>
              <dgm:constrLst/>
              <dgm:ruleLst/>
            </dgm:layoutNode>
          </dgm:forEach>
        </dgm:forEach>
      </dgm:else>
    </dgm:choose>
  </dgm:layoutNode>
</dgm:layoutDef>
</file>

<file path=ppt/diagrams/layout2.xml><?xml version="1.0" encoding="utf-8"?>
<dgm:layoutDef xmlns:dgm="http://schemas.openxmlformats.org/drawingml/2006/diagram" xmlns:a="http://schemas.openxmlformats.org/drawingml/2006/main" uniqueId="urn:microsoft.com/office/officeart/2009/3/layout/HorizontalOrganizationChart">
  <dgm:title val=""/>
  <dgm:desc val=""/>
  <dgm:catLst>
    <dgm:cat type="hierarchy" pri="43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T"/>
          <dgm:param type="chAlign" val="l"/>
        </dgm:alg>
      </dgm:if>
      <dgm:else name="Name2">
        <dgm:alg type="hierChild">
          <dgm:param type="linDir" val="fromT"/>
          <dgm:param type="chAlign" val="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305"/>
      <dgm:constr type="w" for="des" forName="rootComposite" refType="w" fact="10"/>
      <dgm:constr type="h" for="des" forName="rootComposite" refType="w" refFor="des" refForName="rootComposite1" fact="0.305"/>
      <dgm:constr type="w" for="des" forName="rootComposite3" refType="w" fact="10"/>
      <dgm:constr type="h" for="des" forName="rootComposite3" refType="w" refFor="des" refForName="rootComposite1" fact="0.305"/>
      <dgm:constr type="primFontSz" for="des" ptType="node" op="equ"/>
      <dgm:constr type="sp" for="des" op="equ"/>
      <dgm:constr type="sp" for="des" forName="hierRoot1" refType="w" refFor="des" refForName="rootComposite1" fact="0.2"/>
      <dgm:constr type="sp" for="des" forName="hierRoot2" refType="sp" refFor="des" refForName="hierRoot1"/>
      <dgm:constr type="sp" for="des" forName="hierRoot3" refType="sp" refFor="des" refForName="hierRoot1"/>
      <dgm:constr type="sibSp" refType="w" refFor="des" refForName="rootComposite1" fact="0.125"/>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125"/>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func="var" arg="dir" op="equ" val="norm">
                  <dgm:alg type="hierRoot">
                    <dgm:param type="hierAlign" val="lT"/>
                  </dgm:alg>
                  <dgm:constrLst>
                    <dgm:constr type="alignOff" val="0.75"/>
                  </dgm:constrLst>
                </dgm:if>
                <dgm:else name="Name9">
                  <dgm:alg type="hierRoot">
                    <dgm:param type="hierAlign" val="rT"/>
                  </dgm:alg>
                  <dgm:constrLst>
                    <dgm:constr type="alignOff" val="0.75"/>
                  </dgm:constrLst>
                </dgm:else>
              </dgm:choose>
            </dgm:if>
            <dgm:if name="Name10" func="var" arg="hierBranch" op="equ" val="r">
              <dgm:choose name="Name11">
                <dgm:if name="Name12" func="var" arg="dir" op="equ" val="norm">
                  <dgm:alg type="hierRoot">
                    <dgm:param type="hierAlign" val="lB"/>
                  </dgm:alg>
                  <dgm:constrLst>
                    <dgm:constr type="alignOff" val="0.75"/>
                  </dgm:constrLst>
                </dgm:if>
                <dgm:else name="Name13">
                  <dgm:alg type="hierRoot">
                    <dgm:param type="hierAlign" val="rB"/>
                  </dgm:alg>
                  <dgm:constrLst>
                    <dgm:constr type="alignOff" val="0.75"/>
                  </dgm:constrLst>
                </dgm:else>
              </dgm:choose>
            </dgm:if>
            <dgm:if name="Name14" func="var" arg="hierBranch" op="equ" val="hang">
              <dgm:choose name="Name15">
                <dgm:if name="Name16" func="var" arg="dir" op="equ" val="norm">
                  <dgm:alg type="hierRoot">
                    <dgm:param type="hierAlign" val="lCtrCh"/>
                  </dgm:alg>
                  <dgm:constrLst>
                    <dgm:constr type="alignOff" val="0.65"/>
                  </dgm:constrLst>
                </dgm:if>
                <dgm:else name="Name17">
                  <dgm:alg type="hierRoot">
                    <dgm:param type="hierAlign" val="rCtrCh"/>
                  </dgm:alg>
                  <dgm:constrLst>
                    <dgm:constr type="alignOff" val="0.65"/>
                  </dgm:constrLst>
                </dgm:else>
              </dgm:choose>
            </dgm:if>
            <dgm:else name="Name18">
              <dgm:choose name="Name19">
                <dgm:if name="Name20" func="var" arg="dir" op="equ" val="norm">
                  <dgm:alg type="hierRoot">
                    <dgm:param type="hierAlign" val="lCtrCh"/>
                  </dgm:alg>
                  <dgm:constrLst>
                    <dgm:constr type="alignOff"/>
                    <dgm:constr type="bendDist" for="des" ptType="parTrans" refType="sp" fact="0.5"/>
                  </dgm:constrLst>
                </dgm:if>
                <dgm:else name="Name21">
                  <dgm:alg type="hierRoot">
                    <dgm:param type="hierAlign" val="rCtrCh"/>
                  </dgm:alg>
                  <dgm:constrLst>
                    <dgm:constr type="alignOff"/>
                    <dgm:constr type="bendDist" for="des" ptType="parTrans" refType="sp" fact="0.5"/>
                  </dgm:constrLst>
                </dgm:else>
              </dgm:choose>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22">
              <dgm:if name="Name23"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24"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25"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6">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7">
              <dgm:if name="Name28" func="var" arg="hierBranch" op="equ" val="l">
                <dgm:choose name="Name29">
                  <dgm:if name="Name30" func="var" arg="dir" op="equ" val="norm">
                    <dgm:alg type="hierChild">
                      <dgm:param type="chAlign" val="t"/>
                      <dgm:param type="linDir" val="fromL"/>
                    </dgm:alg>
                  </dgm:if>
                  <dgm:else name="Name31">
                    <dgm:alg type="hierChild">
                      <dgm:param type="chAlign" val="t"/>
                      <dgm:param type="linDir" val="fromR"/>
                    </dgm:alg>
                  </dgm:else>
                </dgm:choose>
              </dgm:if>
              <dgm:if name="Name32" func="var" arg="hierBranch" op="equ" val="r">
                <dgm:choose name="Name33">
                  <dgm:if name="Name34" func="var" arg="dir" op="equ" val="norm">
                    <dgm:alg type="hierChild">
                      <dgm:param type="chAlign" val="b"/>
                      <dgm:param type="linDir" val="fromL"/>
                    </dgm:alg>
                  </dgm:if>
                  <dgm:else name="Name35">
                    <dgm:alg type="hierChild">
                      <dgm:param type="chAlign" val="b"/>
                      <dgm:param type="linDir" val="fromR"/>
                    </dgm:alg>
                  </dgm:else>
                </dgm:choose>
              </dgm:if>
              <dgm:if name="Name36" func="var" arg="hierBranch" op="equ" val="hang">
                <dgm:choose name="Name37">
                  <dgm:if name="Name38" func="var" arg="dir" op="equ" val="norm">
                    <dgm:alg type="hierChild">
                      <dgm:param type="chAlign" val="l"/>
                      <dgm:param type="linDir" val="fromT"/>
                      <dgm:param type="secChAlign" val="t"/>
                      <dgm:param type="secLinDir" val="fromL"/>
                    </dgm:alg>
                  </dgm:if>
                  <dgm:else name="Name39">
                    <dgm:alg type="hierChild">
                      <dgm:param type="chAlign" val="r"/>
                      <dgm:param type="linDir" val="fromT"/>
                      <dgm:param type="secChAlign" val="t"/>
                      <dgm:param type="secLinDir" val="fromR"/>
                    </dgm:alg>
                  </dgm:else>
                </dgm:choose>
              </dgm:if>
              <dgm:else name="Name40">
                <dgm:choose name="Name41">
                  <dgm:if name="Name42" func="var" arg="dir" op="equ" val="norm">
                    <dgm:alg type="hierChild">
                      <dgm:param type="linDir" val="fromT"/>
                      <dgm:param type="chAlign" val="l"/>
                    </dgm:alg>
                  </dgm:if>
                  <dgm:else name="Name43">
                    <dgm:alg type="hierChild">
                      <dgm:param type="linDir" val="fromT"/>
                      <dgm:param type="chAlign" val="r"/>
                    </dgm:alg>
                  </dgm:else>
                </dgm:choose>
              </dgm:else>
            </dgm:choose>
            <dgm:shape xmlns:r="http://schemas.openxmlformats.org/officeDocument/2006/relationships" r:blip="">
              <dgm:adjLst/>
            </dgm:shape>
            <dgm:presOf/>
            <dgm:constrLst/>
            <dgm:ruleLst/>
            <dgm:forEach name="rep2a" axis="ch" ptType="nonAsst">
              <dgm:forEach name="Name44" axis="precedSib" ptType="parTrans" st="-1" cnt="1">
                <dgm:choose name="Name45">
                  <dgm:if name="Name46" func="var" arg="hierBranch" op="equ" val="hang">
                    <dgm:layoutNode name="Name47">
                      <dgm:choose name="Name48">
                        <dgm:if name="Name49" func="var" arg="dir" op="equ" val="norm">
                          <dgm:alg type="conn">
                            <dgm:param type="connRout" val="bend"/>
                            <dgm:param type="dim" val="1D"/>
                            <dgm:param type="endSty" val="noArr"/>
                            <dgm:param type="begPts" val="midR"/>
                            <dgm:param type="endPts" val="bCtr tCtr"/>
                          </dgm:alg>
                        </dgm:if>
                        <dgm:else name="Name50">
                          <dgm:alg type="conn">
                            <dgm:param type="connRout" val="bend"/>
                            <dgm:param type="dim" val="1D"/>
                            <dgm:param type="endSty" val="noArr"/>
                            <dgm:param type="begPts" val="midL"/>
                            <dgm:param type="endPts" val="bCtr tCtr"/>
                          </dgm:alg>
                        </dgm:else>
                      </dgm:choose>
                      <dgm:shape xmlns:r="http://schemas.openxmlformats.org/officeDocument/2006/relationships" type="conn" r:blip="" zOrderOff="-99999">
                        <dgm:adjLst/>
                      </dgm:shape>
                      <dgm:presOf axis="self"/>
                      <dgm:constrLst>
                        <dgm:constr type="begPad"/>
                        <dgm:constr type="endPad"/>
                      </dgm:constrLst>
                      <dgm:ruleLst/>
                    </dgm:layoutNode>
                  </dgm:if>
                  <dgm:if name="Name51" func="var" arg="hierBranch" op="equ" val="l">
                    <dgm:layoutNode name="Name52">
                      <dgm:choose name="Name53">
                        <dgm:if name="Name54" func="var" arg="dir" op="equ" val="norm">
                          <dgm:alg type="conn">
                            <dgm:param type="connRout" val="bend"/>
                            <dgm:param type="dim" val="1D"/>
                            <dgm:param type="endSty" val="noArr"/>
                            <dgm:param type="begPts" val="midR"/>
                            <dgm:param type="endPts" val="tCtr"/>
                          </dgm:alg>
                        </dgm:if>
                        <dgm:else name="Name55">
                          <dgm:alg type="conn">
                            <dgm:param type="connRout" val="bend"/>
                            <dgm:param type="dim" val="1D"/>
                            <dgm:param type="endSty" val="noArr"/>
                            <dgm:param type="begPts" val="midL"/>
                            <dgm:param type="endPts" val="tCtr"/>
                          </dgm:alg>
                        </dgm:else>
                      </dgm:choose>
                      <dgm:shape xmlns:r="http://schemas.openxmlformats.org/officeDocument/2006/relationships" type="conn" r:blip="" zOrderOff="-99999">
                        <dgm:adjLst/>
                      </dgm:shape>
                      <dgm:presOf axis="self"/>
                      <dgm:constrLst>
                        <dgm:constr type="begPad"/>
                        <dgm:constr type="endPad"/>
                      </dgm:constrLst>
                      <dgm:ruleLst/>
                    </dgm:layoutNode>
                  </dgm:if>
                  <dgm:if name="Name56" func="var" arg="hierBranch" op="equ" val="r">
                    <dgm:layoutNode name="Name57">
                      <dgm:choose name="Name58">
                        <dgm:if name="Name59" func="var" arg="dir" op="equ" val="norm">
                          <dgm:alg type="conn">
                            <dgm:param type="connRout" val="bend"/>
                            <dgm:param type="dim" val="1D"/>
                            <dgm:param type="endSty" val="noArr"/>
                            <dgm:param type="begPts" val="midR"/>
                            <dgm:param type="endPts" val="bCtr"/>
                          </dgm:alg>
                        </dgm:if>
                        <dgm:else name="Name60">
                          <dgm:alg type="conn">
                            <dgm:param type="connRout" val="bend"/>
                            <dgm:param type="dim" val="1D"/>
                            <dgm:param type="endSty" val="noArr"/>
                            <dgm:param type="begPts" val="midL"/>
                            <dgm:param type="endPts" val="bCtr"/>
                          </dgm:alg>
                        </dgm:else>
                      </dgm:choose>
                      <dgm:shape xmlns:r="http://schemas.openxmlformats.org/officeDocument/2006/relationships" type="conn" r:blip="" zOrderOff="-99999">
                        <dgm:adjLst/>
                      </dgm:shape>
                      <dgm:presOf axis="self"/>
                      <dgm:constrLst>
                        <dgm:constr type="begPad"/>
                        <dgm:constr type="endPad"/>
                      </dgm:constrLst>
                      <dgm:ruleLst/>
                    </dgm:layoutNode>
                  </dgm:if>
                  <dgm:else name="Name61">
                    <dgm:choose name="Name62">
                      <dgm:if name="Name63" func="var" arg="dir" op="equ" val="norm">
                        <dgm:layoutNode name="Name64">
                          <dgm:alg type="conn">
                            <dgm:param type="connRout" val="bend"/>
                            <dgm:param type="dim" val="1D"/>
                            <dgm:param type="endSty" val="noArr"/>
                            <dgm:param type="begPts" val="midR"/>
                            <dgm:param type="endPts" val="midL"/>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else name="Name65">
                        <dgm:layoutNode name="Name66">
                          <dgm:alg type="conn">
                            <dgm:param type="connRout" val="bend"/>
                            <dgm:param type="dim" val="1D"/>
                            <dgm:param type="endSty" val="noArr"/>
                            <dgm:param type="begPts" val="midL"/>
                            <dgm:param type="endPts" val="midR"/>
                            <dgm:param type="bendPt" val="end"/>
                          </dgm:alg>
                          <dgm:shape xmlns:r="http://schemas.openxmlformats.org/officeDocument/2006/relationships" type="conn" r:blip="" zOrderOff="-99999">
                            <dgm:adjLst/>
                          </dgm:shape>
                          <dgm:presOf axis="self"/>
                          <dgm:constrLst>
                            <dgm:constr type="begPad"/>
                            <dgm:constr type="endPad"/>
                          </dgm:constrLst>
                          <dgm:ruleLst/>
                        </dgm:layoutNode>
                      </dgm:else>
                    </dgm:choose>
                  </dgm:else>
                </dgm:choose>
              </dgm:forEach>
              <dgm:layoutNode name="hierRoot2">
                <dgm:varLst>
                  <dgm:hierBranch val="init"/>
                </dgm:varLst>
                <dgm:choose name="Name67">
                  <dgm:if name="Name68" func="var" arg="hierBranch" op="equ" val="l">
                    <dgm:choose name="Name69">
                      <dgm:if name="Name70" func="var" arg="dir" op="equ" val="norm">
                        <dgm:alg type="hierRoot">
                          <dgm:param type="hierAlign" val="lT"/>
                        </dgm:alg>
                        <dgm:constrLst>
                          <dgm:constr type="alignOff" val="0.75"/>
                        </dgm:constrLst>
                      </dgm:if>
                      <dgm:else name="Name71">
                        <dgm:alg type="hierRoot">
                          <dgm:param type="hierAlign" val="rT"/>
                        </dgm:alg>
                        <dgm:constrLst>
                          <dgm:constr type="alignOff" val="0.75"/>
                        </dgm:constrLst>
                      </dgm:else>
                    </dgm:choose>
                  </dgm:if>
                  <dgm:if name="Name72" func="var" arg="hierBranch" op="equ" val="r">
                    <dgm:choose name="Name73">
                      <dgm:if name="Name74" func="var" arg="dir" op="equ" val="norm">
                        <dgm:alg type="hierRoot">
                          <dgm:param type="hierAlign" val="lB"/>
                        </dgm:alg>
                        <dgm:constrLst>
                          <dgm:constr type="alignOff" val="0.75"/>
                        </dgm:constrLst>
                      </dgm:if>
                      <dgm:else name="Name75">
                        <dgm:alg type="hierRoot">
                          <dgm:param type="hierAlign" val="rB"/>
                        </dgm:alg>
                        <dgm:constrLst>
                          <dgm:constr type="alignOff" val="0.75"/>
                        </dgm:constrLst>
                      </dgm:else>
                    </dgm:choose>
                  </dgm:if>
                  <dgm:if name="Name76" func="var" arg="hierBranch" op="equ" val="hang">
                    <dgm:choose name="Name77">
                      <dgm:if name="Name78" func="var" arg="dir" op="equ" val="norm">
                        <dgm:alg type="hierRoot">
                          <dgm:param type="hierAlign" val="lCtrCh"/>
                        </dgm:alg>
                        <dgm:constrLst>
                          <dgm:constr type="alignOff" val="0.65"/>
                        </dgm:constrLst>
                      </dgm:if>
                      <dgm:else name="Name79">
                        <dgm:alg type="hierRoot">
                          <dgm:param type="hierAlign" val="rCtrCh"/>
                        </dgm:alg>
                        <dgm:constrLst>
                          <dgm:constr type="alignOff" val="0.65"/>
                        </dgm:constrLst>
                      </dgm:else>
                    </dgm:choose>
                  </dgm:if>
                  <dgm:else name="Name80">
                    <dgm:choose name="Name81">
                      <dgm:if name="Name82" func="var" arg="dir" op="equ" val="norm">
                        <dgm:alg type="hierRoot">
                          <dgm:param type="hierAlign" val="lCtrCh"/>
                        </dgm:alg>
                        <dgm:constrLst>
                          <dgm:constr type="alignOff"/>
                          <dgm:constr type="bendDist" for="des" ptType="parTrans" refType="sp" fact="0.5"/>
                        </dgm:constrLst>
                      </dgm:if>
                      <dgm:else name="Name83">
                        <dgm:alg type="hierRoot">
                          <dgm:param type="hierAlign" val="rCtrCh"/>
                        </dgm:alg>
                        <dgm:constrLst>
                          <dgm:constr type="alignOff"/>
                          <dgm:constr type="bendDist" for="des" ptType="parTrans" refType="sp" fact="0.5"/>
                        </dgm:constrLst>
                      </dgm:else>
                    </dgm:choose>
                  </dgm:else>
                </dgm:choose>
                <dgm:shape xmlns:r="http://schemas.openxmlformats.org/officeDocument/2006/relationships" r:blip="">
                  <dgm:adjLst/>
                </dgm:shape>
                <dgm:presOf/>
                <dgm:ruleLst/>
                <dgm:layoutNode name="rootComposite">
                  <dgm:alg type="composite"/>
                  <dgm:shape xmlns:r="http://schemas.openxmlformats.org/officeDocument/2006/relationships" r:blip="">
                    <dgm:adjLst/>
                  </dgm:shape>
                  <dgm:presOf axis="self" ptType="node" cnt="1"/>
                  <dgm:choose name="Name84">
                    <dgm:if name="Name85"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6"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7"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8">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9">
                    <dgm:if name="Name90" func="var" arg="hierBranch" op="equ" val="l">
                      <dgm:choose name="Name91">
                        <dgm:if name="Name92" func="var" arg="dir" op="equ" val="norm">
                          <dgm:alg type="hierChild">
                            <dgm:param type="chAlign" val="t"/>
                            <dgm:param type="linDir" val="fromL"/>
                          </dgm:alg>
                        </dgm:if>
                        <dgm:else name="Name93">
                          <dgm:alg type="hierChild">
                            <dgm:param type="chAlign" val="t"/>
                            <dgm:param type="linDir" val="fromR"/>
                          </dgm:alg>
                        </dgm:else>
                      </dgm:choose>
                    </dgm:if>
                    <dgm:if name="Name94" func="var" arg="hierBranch" op="equ" val="r">
                      <dgm:choose name="Name95">
                        <dgm:if name="Name96" func="var" arg="dir" op="equ" val="norm">
                          <dgm:alg type="hierChild">
                            <dgm:param type="chAlign" val="b"/>
                            <dgm:param type="linDir" val="fromL"/>
                          </dgm:alg>
                        </dgm:if>
                        <dgm:else name="Name97">
                          <dgm:alg type="hierChild">
                            <dgm:param type="chAlign" val="b"/>
                            <dgm:param type="linDir" val="fromR"/>
                          </dgm:alg>
                        </dgm:else>
                      </dgm:choose>
                    </dgm:if>
                    <dgm:if name="Name98" func="var" arg="hierBranch" op="equ" val="hang">
                      <dgm:choose name="Name99">
                        <dgm:if name="Name100" func="var" arg="dir" op="equ" val="norm">
                          <dgm:alg type="hierChild">
                            <dgm:param type="chAlign" val="l"/>
                            <dgm:param type="linDir" val="fromT"/>
                            <dgm:param type="secChAlign" val="t"/>
                            <dgm:param type="secLinDir" val="fromL"/>
                          </dgm:alg>
                        </dgm:if>
                        <dgm:else name="Name101">
                          <dgm:alg type="hierChild">
                            <dgm:param type="chAlign" val="r"/>
                            <dgm:param type="linDir" val="fromT"/>
                            <dgm:param type="secChAlign" val="t"/>
                            <dgm:param type="secLinDir" val="fromR"/>
                          </dgm:alg>
                        </dgm:else>
                      </dgm:choose>
                    </dgm:if>
                    <dgm:else name="Name102">
                      <dgm:choose name="Name103">
                        <dgm:if name="Name104" func="var" arg="dir" op="equ" val="norm">
                          <dgm:alg type="hierChild">
                            <dgm:param type="linDir" val="fromT"/>
                            <dgm:param type="chAlign" val="l"/>
                          </dgm:alg>
                        </dgm:if>
                        <dgm:else name="Name105">
                          <dgm:alg type="hierChild">
                            <dgm:param type="linDir" val="fromT"/>
                            <dgm:param type="chAlign" val="r"/>
                          </dgm:alg>
                        </dgm:else>
                      </dgm:choose>
                    </dgm:else>
                  </dgm:choose>
                  <dgm:shape xmlns:r="http://schemas.openxmlformats.org/officeDocument/2006/relationships" r:blip="">
                    <dgm:adjLst/>
                  </dgm:shape>
                  <dgm:presOf/>
                  <dgm:constrLst/>
                  <dgm:ruleLst/>
                  <dgm:forEach name="Name106" ref="rep2a"/>
                </dgm:layoutNode>
                <dgm:layoutNode name="hierChild5">
                  <dgm:choose name="Name107">
                    <dgm:if name="Name108" func="var" arg="dir" op="equ" val="norm">
                      <dgm:alg type="hierChild">
                        <dgm:param type="chAlign" val="l"/>
                        <dgm:param type="linDir" val="fromT"/>
                        <dgm:param type="secChAlign" val="t"/>
                        <dgm:param type="secLinDir" val="fromL"/>
                      </dgm:alg>
                    </dgm:if>
                    <dgm:else name="Name109">
                      <dgm:alg type="hierChild">
                        <dgm:param type="chAlign" val="r"/>
                        <dgm:param type="linDir" val="fromT"/>
                        <dgm:param type="secChAlign" val="t"/>
                        <dgm:param type="secLinDir" val="fromR"/>
                      </dgm:alg>
                    </dgm:else>
                  </dgm:choose>
                  <dgm:shape xmlns:r="http://schemas.openxmlformats.org/officeDocument/2006/relationships" r:blip="">
                    <dgm:adjLst/>
                  </dgm:shape>
                  <dgm:presOf/>
                  <dgm:constrLst/>
                  <dgm:ruleLst/>
                  <dgm:forEach name="Name110" ref="rep2b"/>
                </dgm:layoutNode>
              </dgm:layoutNode>
            </dgm:forEach>
          </dgm:layoutNode>
          <dgm:layoutNode name="hierChild3">
            <dgm:choose name="Name111">
              <dgm:if name="Name112" func="var" arg="dir" op="equ" val="norm">
                <dgm:alg type="hierChild">
                  <dgm:param type="chAlign" val="l"/>
                  <dgm:param type="linDir" val="fromT"/>
                  <dgm:param type="secChAlign" val="t"/>
                  <dgm:param type="secLinDir" val="fromL"/>
                </dgm:alg>
              </dgm:if>
              <dgm:else name="Name113">
                <dgm:alg type="hierChild">
                  <dgm:param type="chAlign" val="r"/>
                  <dgm:param type="linDir" val="fromT"/>
                  <dgm:param type="secChAlign" val="t"/>
                  <dgm:param type="secLinDir" val="fromR"/>
                </dgm:alg>
              </dgm:else>
            </dgm:choose>
            <dgm:shape xmlns:r="http://schemas.openxmlformats.org/officeDocument/2006/relationships" r:blip="">
              <dgm:adjLst/>
            </dgm:shape>
            <dgm:presOf/>
            <dgm:constrLst/>
            <dgm:ruleLst/>
            <dgm:forEach name="rep2b" axis="ch" ptType="asst">
              <dgm:forEach name="Name114" axis="precedSib" ptType="parTrans" st="-1" cnt="1">
                <dgm:layoutNode name="Name115">
                  <dgm:choose name="Name116">
                    <dgm:if name="Name117" func="var" arg="dir" op="equ" val="norm">
                      <dgm:alg type="conn">
                        <dgm:param type="connRout" val="bend"/>
                        <dgm:param type="dim" val="1D"/>
                        <dgm:param type="endSty" val="noArr"/>
                        <dgm:param type="begPts" val="midR"/>
                        <dgm:param type="endPts" val="bCtr tCtr"/>
                      </dgm:alg>
                    </dgm:if>
                    <dgm:else name="Name118">
                      <dgm:alg type="conn">
                        <dgm:param type="connRout" val="bend"/>
                        <dgm:param type="dim" val="1D"/>
                        <dgm:param type="endSty" val="noArr"/>
                        <dgm:param type="begPts" val="midL"/>
                        <dgm:param type="endPts" val="bCtr tCtr"/>
                      </dgm:alg>
                    </dgm:else>
                  </dgm:choose>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9">
                  <dgm:if name="Name120" func="var" arg="hierBranch" op="equ" val="l">
                    <dgm:choose name="Name121">
                      <dgm:if name="Name122" func="var" arg="dir" op="equ" val="norm">
                        <dgm:alg type="hierRoot">
                          <dgm:param type="hierAlign" val="lT"/>
                        </dgm:alg>
                        <dgm:constrLst>
                          <dgm:constr type="alignOff" val="0.75"/>
                        </dgm:constrLst>
                      </dgm:if>
                      <dgm:else name="Name123">
                        <dgm:alg type="hierRoot">
                          <dgm:param type="hierAlign" val="rT"/>
                        </dgm:alg>
                        <dgm:constrLst>
                          <dgm:constr type="alignOff" val="0.75"/>
                        </dgm:constrLst>
                      </dgm:else>
                    </dgm:choose>
                  </dgm:if>
                  <dgm:if name="Name124" func="var" arg="hierBranch" op="equ" val="r">
                    <dgm:choose name="Name125">
                      <dgm:if name="Name126" func="var" arg="dir" op="equ" val="norm">
                        <dgm:alg type="hierRoot">
                          <dgm:param type="hierAlign" val="lB"/>
                        </dgm:alg>
                        <dgm:constrLst>
                          <dgm:constr type="alignOff" val="0.75"/>
                        </dgm:constrLst>
                      </dgm:if>
                      <dgm:else name="Name127">
                        <dgm:alg type="hierRoot">
                          <dgm:param type="hierAlign" val="rB"/>
                        </dgm:alg>
                        <dgm:constrLst>
                          <dgm:constr type="alignOff" val="0.75"/>
                        </dgm:constrLst>
                      </dgm:else>
                    </dgm:choose>
                  </dgm:if>
                  <dgm:if name="Name128" func="var" arg="hierBranch" op="equ" val="hang">
                    <dgm:choose name="Name129">
                      <dgm:if name="Name130" func="var" arg="dir" op="equ" val="norm">
                        <dgm:alg type="hierRoot">
                          <dgm:param type="hierAlign" val="lCtrCh"/>
                        </dgm:alg>
                        <dgm:constrLst>
                          <dgm:constr type="alignOff" val="0.65"/>
                        </dgm:constrLst>
                      </dgm:if>
                      <dgm:else name="Name131">
                        <dgm:alg type="hierRoot">
                          <dgm:param type="hierAlign" val="rCtrCh"/>
                        </dgm:alg>
                        <dgm:constrLst>
                          <dgm:constr type="alignOff" val="0.65"/>
                        </dgm:constrLst>
                      </dgm:else>
                    </dgm:choose>
                  </dgm:if>
                  <dgm:else name="Name132">
                    <dgm:choose name="Name133">
                      <dgm:if name="Name134" func="var" arg="dir" op="equ" val="norm">
                        <dgm:alg type="hierRoot">
                          <dgm:param type="hierAlign" val="lCtrCh"/>
                        </dgm:alg>
                        <dgm:constrLst>
                          <dgm:constr type="alignOff"/>
                          <dgm:constr type="bendDist" for="des" ptType="parTrans" refType="sp" fact="0.5"/>
                        </dgm:constrLst>
                      </dgm:if>
                      <dgm:else name="Name135">
                        <dgm:alg type="hierRoot">
                          <dgm:param type="hierAlign" val="rCtrCh"/>
                        </dgm:alg>
                        <dgm:constrLst>
                          <dgm:constr type="alignOff"/>
                          <dgm:constr type="bendDist" for="des" ptType="parTrans" refType="sp" fact="0.5"/>
                        </dgm:constrLst>
                      </dgm:else>
                    </dgm:choose>
                  </dgm:else>
                </dgm:choose>
                <dgm:shape xmlns:r="http://schemas.openxmlformats.org/officeDocument/2006/relationships" r:blip="">
                  <dgm:adjLst/>
                </dgm:shape>
                <dgm:presOf/>
                <dgm:ruleLst/>
                <dgm:layoutNode name="rootComposite3">
                  <dgm:alg type="composite"/>
                  <dgm:shape xmlns:r="http://schemas.openxmlformats.org/officeDocument/2006/relationships" r:blip="">
                    <dgm:adjLst/>
                  </dgm:shape>
                  <dgm:presOf axis="self" ptType="node" cnt="1"/>
                  <dgm:choose name="Name136">
                    <dgm:if name="Name137"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38"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39"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40">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41">
                    <dgm:if name="Name142" func="var" arg="hierBranch" op="equ" val="l">
                      <dgm:choose name="Name143">
                        <dgm:if name="Name144" func="var" arg="dir" op="equ" val="norm">
                          <dgm:alg type="hierChild">
                            <dgm:param type="chAlign" val="t"/>
                            <dgm:param type="linDir" val="fromL"/>
                          </dgm:alg>
                        </dgm:if>
                        <dgm:else name="Name145">
                          <dgm:alg type="hierChild">
                            <dgm:param type="chAlign" val="t"/>
                            <dgm:param type="linDir" val="fromR"/>
                          </dgm:alg>
                        </dgm:else>
                      </dgm:choose>
                    </dgm:if>
                    <dgm:if name="Name146" func="var" arg="hierBranch" op="equ" val="r">
                      <dgm:choose name="Name147">
                        <dgm:if name="Name148" func="var" arg="dir" op="equ" val="norm">
                          <dgm:alg type="hierChild">
                            <dgm:param type="chAlign" val="b"/>
                            <dgm:param type="linDir" val="fromL"/>
                          </dgm:alg>
                        </dgm:if>
                        <dgm:else name="Name149">
                          <dgm:alg type="hierChild">
                            <dgm:param type="chAlign" val="b"/>
                            <dgm:param type="linDir" val="fromR"/>
                          </dgm:alg>
                        </dgm:else>
                      </dgm:choose>
                    </dgm:if>
                    <dgm:if name="Name150" func="var" arg="hierBranch" op="equ" val="hang">
                      <dgm:choose name="Name151">
                        <dgm:if name="Name152" func="var" arg="dir" op="equ" val="norm">
                          <dgm:alg type="hierChild">
                            <dgm:param type="chAlign" val="l"/>
                            <dgm:param type="linDir" val="fromT"/>
                            <dgm:param type="secChAlign" val="t"/>
                            <dgm:param type="secLinDir" val="fromL"/>
                          </dgm:alg>
                        </dgm:if>
                        <dgm:else name="Name153">
                          <dgm:alg type="hierChild">
                            <dgm:param type="chAlign" val="r"/>
                            <dgm:param type="linDir" val="fromT"/>
                            <dgm:param type="secChAlign" val="t"/>
                            <dgm:param type="secLinDir" val="fromR"/>
                          </dgm:alg>
                        </dgm:else>
                      </dgm:choose>
                    </dgm:if>
                    <dgm:else name="Name154">
                      <dgm:choose name="Name155">
                        <dgm:if name="Name156" func="var" arg="dir" op="equ" val="norm">
                          <dgm:alg type="hierChild">
                            <dgm:param type="linDir" val="fromT"/>
                            <dgm:param type="chAlign" val="l"/>
                          </dgm:alg>
                        </dgm:if>
                        <dgm:else name="Name157">
                          <dgm:alg type="hierChild">
                            <dgm:param type="linDir" val="fromT"/>
                            <dgm:param type="chAlign" val="r"/>
                          </dgm:alg>
                        </dgm:else>
                      </dgm:choose>
                    </dgm:else>
                  </dgm:choose>
                  <dgm:shape xmlns:r="http://schemas.openxmlformats.org/officeDocument/2006/relationships" r:blip="">
                    <dgm:adjLst/>
                  </dgm:shape>
                  <dgm:presOf/>
                  <dgm:constrLst/>
                  <dgm:ruleLst/>
                  <dgm:forEach name="Name158" ref="rep2a"/>
                </dgm:layoutNode>
                <dgm:layoutNode name="hierChild7">
                  <dgm:choose name="Name159">
                    <dgm:if name="Name160" func="var" arg="dir" op="equ" val="norm">
                      <dgm:alg type="hierChild">
                        <dgm:param type="chAlign" val="l"/>
                        <dgm:param type="linDir" val="fromT"/>
                        <dgm:param type="secChAlign" val="t"/>
                        <dgm:param type="secLinDir" val="fromL"/>
                      </dgm:alg>
                    </dgm:if>
                    <dgm:else name="Name161">
                      <dgm:alg type="hierChild">
                        <dgm:param type="chAlign" val="r"/>
                        <dgm:param type="linDir" val="fromT"/>
                        <dgm:param type="secChAlign" val="t"/>
                        <dgm:param type="secLinDir" val="fromR"/>
                      </dgm:alg>
                    </dgm:else>
                  </dgm:choose>
                  <dgm:shape xmlns:r="http://schemas.openxmlformats.org/officeDocument/2006/relationships" r:blip="">
                    <dgm:adjLst/>
                  </dgm:shape>
                  <dgm:presOf/>
                  <dgm:constrLst/>
                  <dgm:ruleLst/>
                  <dgm:forEach name="Name162" ref="rep2b"/>
                </dgm:layoutNode>
              </dgm:layoutNode>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en-US"/>
          </a:p>
        </p:txBody>
      </p:sp>
      <p:sp>
        <p:nvSpPr>
          <p:cNvPr id="3" name="Espaço Reservado para Data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92C0A50A-E1AF-4D0A-877B-79573E96B26C}" type="datetime1">
              <a:rPr lang="pt-BR" smtClean="0"/>
              <a:t>04/06/2026</a:t>
            </a:fld>
            <a:endParaRPr lang="en-US" dirty="0"/>
          </a:p>
        </p:txBody>
      </p:sp>
      <p:sp>
        <p:nvSpPr>
          <p:cNvPr id="4" name="Espaço Reservado para Rodapé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en-US"/>
          </a:p>
        </p:txBody>
      </p:sp>
      <p:sp>
        <p:nvSpPr>
          <p:cNvPr id="5" name="Espaço Reservado para o Número do Slide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A975D426-A9DD-4244-A2CE-1FB6623742C7}" type="slidenum">
              <a:rPr lang="en-US" smtClean="0"/>
              <a:t>‹nº›</a:t>
            </a:fld>
            <a:endParaRPr lang="en-US"/>
          </a:p>
        </p:txBody>
      </p:sp>
    </p:spTree>
    <p:extLst>
      <p:ext uri="{BB962C8B-B14F-4D97-AF65-F5344CB8AC3E}">
        <p14:creationId xmlns:p14="http://schemas.microsoft.com/office/powerpoint/2010/main" val="882484457"/>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en-US"/>
          </a:p>
        </p:txBody>
      </p:sp>
      <p:sp>
        <p:nvSpPr>
          <p:cNvPr id="3" name="Espaço Reservado para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pPr rtl="0"/>
            <a:fld id="{7B4431DD-63F2-4E86-8430-6B3E8223C379}" type="datetime1">
              <a:rPr lang="pt-BR" smtClean="0"/>
              <a:t>04/06/2026</a:t>
            </a:fld>
            <a:endParaRPr lang="en-US"/>
          </a:p>
        </p:txBody>
      </p:sp>
      <p:sp>
        <p:nvSpPr>
          <p:cNvPr id="4" name="Espaço Reservado para Imagem do Slide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en-US"/>
          </a:p>
        </p:txBody>
      </p:sp>
      <p:sp>
        <p:nvSpPr>
          <p:cNvPr id="5" name="Espaço reservado para anotaçõ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pt-br"/>
              <a:t>Clique para editar o texto Mestre</a:t>
            </a:r>
            <a:endParaRPr lang="en-US"/>
          </a:p>
          <a:p>
            <a:pPr lvl="1" rtl="0"/>
            <a:r>
              <a:rPr lang="pt-br"/>
              <a:t>Segundo nível</a:t>
            </a:r>
          </a:p>
          <a:p>
            <a:pPr lvl="2" rtl="0"/>
            <a:r>
              <a:rPr lang="pt-br"/>
              <a:t>Terceiro nível</a:t>
            </a:r>
          </a:p>
          <a:p>
            <a:pPr lvl="3" rtl="0"/>
            <a:r>
              <a:rPr lang="pt-br"/>
              <a:t>Quarto nível</a:t>
            </a:r>
          </a:p>
          <a:p>
            <a:pPr lvl="4" rtl="0"/>
            <a:r>
              <a:rPr lang="pt-br"/>
              <a:t>Quinto nível</a:t>
            </a:r>
            <a:endParaRPr lang="en-US"/>
          </a:p>
        </p:txBody>
      </p:sp>
      <p:sp>
        <p:nvSpPr>
          <p:cNvPr id="6" name="Espaço reservado para rodapé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en-US"/>
          </a:p>
        </p:txBody>
      </p:sp>
      <p:sp>
        <p:nvSpPr>
          <p:cNvPr id="7" name="Espaço Reservado para o Número do Slid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01B41D33-19C8-4450-B3C5-BE83E9C8F0BC}" type="slidenum">
              <a:rPr lang="en-US" smtClean="0"/>
              <a:t>‹nº›</a:t>
            </a:fld>
            <a:endParaRPr lang="en-US"/>
          </a:p>
        </p:txBody>
      </p:sp>
    </p:spTree>
    <p:extLst>
      <p:ext uri="{BB962C8B-B14F-4D97-AF65-F5344CB8AC3E}">
        <p14:creationId xmlns:p14="http://schemas.microsoft.com/office/powerpoint/2010/main" val="3571455252"/>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7" name="Retângulo 6"/>
          <p:cNvSpPr/>
          <p:nvPr/>
        </p:nvSpPr>
        <p:spPr>
          <a:xfrm>
            <a:off x="446534" y="3085764"/>
            <a:ext cx="11298932" cy="3338149"/>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ítulo 1"/>
          <p:cNvSpPr>
            <a:spLocks noGrp="1"/>
          </p:cNvSpPr>
          <p:nvPr>
            <p:ph type="ctrTitle"/>
          </p:nvPr>
        </p:nvSpPr>
        <p:spPr>
          <a:xfrm>
            <a:off x="581191" y="1020431"/>
            <a:ext cx="10993549" cy="1475013"/>
          </a:xfrm>
          <a:effectLst/>
        </p:spPr>
        <p:txBody>
          <a:bodyPr rtlCol="0" anchor="b">
            <a:normAutofit/>
          </a:bodyPr>
          <a:lstStyle>
            <a:lvl1pPr>
              <a:defRPr sz="3600">
                <a:solidFill>
                  <a:schemeClr val="tx1">
                    <a:lumMod val="75000"/>
                    <a:lumOff val="25000"/>
                  </a:schemeClr>
                </a:solidFill>
              </a:defRPr>
            </a:lvl1pPr>
          </a:lstStyle>
          <a:p>
            <a:pPr rtl="0"/>
            <a:r>
              <a:rPr lang="pt-BR"/>
              <a:t>Clique para editar o título Mestre</a:t>
            </a:r>
            <a:endParaRPr lang="en-US" dirty="0"/>
          </a:p>
        </p:txBody>
      </p:sp>
      <p:sp>
        <p:nvSpPr>
          <p:cNvPr id="3" name="Subtítulo 2"/>
          <p:cNvSpPr>
            <a:spLocks noGrp="1"/>
          </p:cNvSpPr>
          <p:nvPr>
            <p:ph type="subTitle" idx="1"/>
          </p:nvPr>
        </p:nvSpPr>
        <p:spPr>
          <a:xfrm>
            <a:off x="581194" y="2495445"/>
            <a:ext cx="10993546" cy="590321"/>
          </a:xfrm>
        </p:spPr>
        <p:txBody>
          <a:bodyPr rtlCol="0" anchor="t">
            <a:normAutofit/>
          </a:bodyPr>
          <a:lstStyle>
            <a:lvl1pPr marL="0" indent="0" algn="l">
              <a:buNone/>
              <a:defRPr sz="1600" cap="all">
                <a:solidFill>
                  <a:schemeClr val="accent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pPr rtl="0"/>
            <a:r>
              <a:rPr lang="pt-BR"/>
              <a:t>Clique para editar o estilo do subtítulo Mestre</a:t>
            </a:r>
            <a:endParaRPr lang="en-US" dirty="0"/>
          </a:p>
        </p:txBody>
      </p:sp>
      <p:sp>
        <p:nvSpPr>
          <p:cNvPr id="8" name="Espaço Reservado para Data 7">
            <a:extLst>
              <a:ext uri="{FF2B5EF4-FFF2-40B4-BE49-F238E27FC236}">
                <a16:creationId xmlns:a16="http://schemas.microsoft.com/office/drawing/2014/main" id="{7FA0ACE7-29A8-47D3-A7D9-257B711D8023}"/>
              </a:ext>
            </a:extLst>
          </p:cNvPr>
          <p:cNvSpPr>
            <a:spLocks noGrp="1"/>
          </p:cNvSpPr>
          <p:nvPr>
            <p:ph type="dt" sz="half" idx="10"/>
          </p:nvPr>
        </p:nvSpPr>
        <p:spPr/>
        <p:txBody>
          <a:bodyPr rtlCol="0"/>
          <a:lstStyle/>
          <a:p>
            <a:pPr rtl="0"/>
            <a:fld id="{D33FD6CF-7D8D-4470-9F2C-40284CBEE22A}" type="datetime1">
              <a:rPr lang="pt-BR" smtClean="0"/>
              <a:t>04/06/2026</a:t>
            </a:fld>
            <a:endParaRPr lang="en-US" dirty="0"/>
          </a:p>
        </p:txBody>
      </p:sp>
      <p:sp>
        <p:nvSpPr>
          <p:cNvPr id="9" name="Espaço Reservado para Rodapé 8">
            <a:extLst>
              <a:ext uri="{FF2B5EF4-FFF2-40B4-BE49-F238E27FC236}">
                <a16:creationId xmlns:a16="http://schemas.microsoft.com/office/drawing/2014/main" id="{DEC604B9-52E9-4810-8359-47206518D038}"/>
              </a:ext>
            </a:extLst>
          </p:cNvPr>
          <p:cNvSpPr>
            <a:spLocks noGrp="1"/>
          </p:cNvSpPr>
          <p:nvPr>
            <p:ph type="ftr" sz="quarter" idx="11"/>
          </p:nvPr>
        </p:nvSpPr>
        <p:spPr/>
        <p:txBody>
          <a:bodyPr rtlCol="0"/>
          <a:lstStyle/>
          <a:p>
            <a:pPr rtl="0"/>
            <a:endParaRPr lang="en-US" dirty="0"/>
          </a:p>
        </p:txBody>
      </p:sp>
      <p:sp>
        <p:nvSpPr>
          <p:cNvPr id="10" name="Espaço reservado para o número do slide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rtlCol="0"/>
          <a:lstStyle/>
          <a:p>
            <a:pPr rtl="0"/>
            <a:fld id="{3A98EE3D-8CD1-4C3F-BD1C-C98C9596463C}" type="slidenum">
              <a:rPr lang="en-US" smtClean="0"/>
              <a:t>‹nº›</a:t>
            </a:fld>
            <a:endParaRPr lang="en-US" dirty="0"/>
          </a:p>
        </p:txBody>
      </p:sp>
    </p:spTree>
    <p:extLst>
      <p:ext uri="{BB962C8B-B14F-4D97-AF65-F5344CB8AC3E}">
        <p14:creationId xmlns:p14="http://schemas.microsoft.com/office/powerpoint/2010/main" val="4900175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p:cNvSpPr>
            <a:spLocks noGrp="1"/>
          </p:cNvSpPr>
          <p:nvPr>
            <p:ph type="title"/>
          </p:nvPr>
        </p:nvSpPr>
        <p:spPr>
          <a:xfrm>
            <a:off x="581192" y="702156"/>
            <a:ext cx="11029616" cy="1188720"/>
          </a:xfrm>
        </p:spPr>
        <p:txBody>
          <a:bodyPr rtlCol="0"/>
          <a:lstStyle/>
          <a:p>
            <a:pPr rtl="0"/>
            <a:r>
              <a:rPr lang="pt-BR"/>
              <a:t>Clique para editar o título Mestre</a:t>
            </a:r>
            <a:endParaRPr lang="en-US" dirty="0"/>
          </a:p>
        </p:txBody>
      </p:sp>
      <p:sp>
        <p:nvSpPr>
          <p:cNvPr id="3" name="Espaço reservado para conteúdo 2"/>
          <p:cNvSpPr>
            <a:spLocks noGrp="1"/>
          </p:cNvSpPr>
          <p:nvPr>
            <p:ph idx="1"/>
          </p:nvPr>
        </p:nvSpPr>
        <p:spPr>
          <a:xfrm>
            <a:off x="581192" y="2340864"/>
            <a:ext cx="11029615" cy="3634486"/>
          </a:xfrm>
        </p:spPr>
        <p:txBody>
          <a:bodyPr rtlCol="0"/>
          <a:lstStyle/>
          <a:p>
            <a:pPr lvl="0" rtl="0"/>
            <a:r>
              <a:rPr lang="pt-BR"/>
              <a:t>Clique para editar os estilos de texto Mestres</a:t>
            </a:r>
          </a:p>
          <a:p>
            <a:pPr lvl="1" rtl="0"/>
            <a:r>
              <a:rPr lang="pt-BR"/>
              <a:t>Segundo nível</a:t>
            </a:r>
          </a:p>
          <a:p>
            <a:pPr lvl="2" rtl="0"/>
            <a:r>
              <a:rPr lang="pt-BR"/>
              <a:t>Terceiro nível</a:t>
            </a:r>
          </a:p>
          <a:p>
            <a:pPr lvl="3" rtl="0"/>
            <a:r>
              <a:rPr lang="pt-BR"/>
              <a:t>Quarto nível</a:t>
            </a:r>
          </a:p>
          <a:p>
            <a:pPr lvl="4" rtl="0"/>
            <a:r>
              <a:rPr lang="pt-BR"/>
              <a:t>Quinto nível</a:t>
            </a:r>
            <a:endParaRPr lang="en-US" dirty="0"/>
          </a:p>
        </p:txBody>
      </p:sp>
      <p:sp>
        <p:nvSpPr>
          <p:cNvPr id="8" name="Espaço Reservado para Data 7">
            <a:extLst>
              <a:ext uri="{FF2B5EF4-FFF2-40B4-BE49-F238E27FC236}">
                <a16:creationId xmlns:a16="http://schemas.microsoft.com/office/drawing/2014/main" id="{770E6237-3456-439F-802D-3BA93FC7E3E5}"/>
              </a:ext>
            </a:extLst>
          </p:cNvPr>
          <p:cNvSpPr>
            <a:spLocks noGrp="1"/>
          </p:cNvSpPr>
          <p:nvPr>
            <p:ph type="dt" sz="half" idx="10"/>
          </p:nvPr>
        </p:nvSpPr>
        <p:spPr/>
        <p:txBody>
          <a:bodyPr rtlCol="0"/>
          <a:lstStyle/>
          <a:p>
            <a:pPr rtl="0"/>
            <a:fld id="{6EEBB24E-5DD3-4E01-A990-E7E913361932}" type="datetime1">
              <a:rPr lang="pt-BR" smtClean="0"/>
              <a:t>04/06/2026</a:t>
            </a:fld>
            <a:endParaRPr lang="en-US" dirty="0"/>
          </a:p>
        </p:txBody>
      </p:sp>
      <p:sp>
        <p:nvSpPr>
          <p:cNvPr id="9" name="Espaço Reservado para Rodapé 8">
            <a:extLst>
              <a:ext uri="{FF2B5EF4-FFF2-40B4-BE49-F238E27FC236}">
                <a16:creationId xmlns:a16="http://schemas.microsoft.com/office/drawing/2014/main" id="{1356D3B5-6063-4A89-B88F-9D3043916FF8}"/>
              </a:ext>
            </a:extLst>
          </p:cNvPr>
          <p:cNvSpPr>
            <a:spLocks noGrp="1"/>
          </p:cNvSpPr>
          <p:nvPr>
            <p:ph type="ftr" sz="quarter" idx="11"/>
          </p:nvPr>
        </p:nvSpPr>
        <p:spPr/>
        <p:txBody>
          <a:bodyPr rtlCol="0"/>
          <a:lstStyle/>
          <a:p>
            <a:pPr rtl="0"/>
            <a:endParaRPr lang="en-US" dirty="0"/>
          </a:p>
        </p:txBody>
      </p:sp>
      <p:sp>
        <p:nvSpPr>
          <p:cNvPr id="10" name="Espaço reservado para o número do slide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rtlCol="0"/>
          <a:lstStyle/>
          <a:p>
            <a:pPr rtl="0"/>
            <a:fld id="{3A98EE3D-8CD1-4C3F-BD1C-C98C9596463C}" type="slidenum">
              <a:rPr lang="en-US" smtClean="0"/>
              <a:t>‹nº›</a:t>
            </a:fld>
            <a:endParaRPr lang="en-US" dirty="0"/>
          </a:p>
        </p:txBody>
      </p:sp>
    </p:spTree>
    <p:extLst>
      <p:ext uri="{BB962C8B-B14F-4D97-AF65-F5344CB8AC3E}">
        <p14:creationId xmlns:p14="http://schemas.microsoft.com/office/powerpoint/2010/main" val="85244341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8" name="Retângulo 7"/>
          <p:cNvSpPr>
            <a:spLocks noChangeAspect="1"/>
          </p:cNvSpPr>
          <p:nvPr/>
        </p:nvSpPr>
        <p:spPr>
          <a:xfrm>
            <a:off x="447817" y="5141974"/>
            <a:ext cx="11290860" cy="125882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ítulo 1"/>
          <p:cNvSpPr>
            <a:spLocks noGrp="1"/>
          </p:cNvSpPr>
          <p:nvPr>
            <p:ph type="title"/>
          </p:nvPr>
        </p:nvSpPr>
        <p:spPr>
          <a:xfrm>
            <a:off x="581193" y="2393950"/>
            <a:ext cx="11029615" cy="2147467"/>
          </a:xfrm>
        </p:spPr>
        <p:txBody>
          <a:bodyPr rtlCol="0" anchor="b">
            <a:normAutofit/>
          </a:bodyPr>
          <a:lstStyle>
            <a:lvl1pPr algn="l">
              <a:defRPr sz="3600" b="0" cap="all">
                <a:solidFill>
                  <a:schemeClr val="tx1">
                    <a:lumMod val="75000"/>
                    <a:lumOff val="25000"/>
                  </a:schemeClr>
                </a:solidFill>
              </a:defRPr>
            </a:lvl1pPr>
          </a:lstStyle>
          <a:p>
            <a:pPr rtl="0"/>
            <a:r>
              <a:rPr lang="pt-BR"/>
              <a:t>Clique para editar o título Mestre</a:t>
            </a:r>
            <a:endParaRPr lang="en-US" dirty="0"/>
          </a:p>
        </p:txBody>
      </p:sp>
      <p:sp>
        <p:nvSpPr>
          <p:cNvPr id="3" name="Espaço reservado para texto 2"/>
          <p:cNvSpPr>
            <a:spLocks noGrp="1"/>
          </p:cNvSpPr>
          <p:nvPr>
            <p:ph type="body" idx="1"/>
          </p:nvPr>
        </p:nvSpPr>
        <p:spPr>
          <a:xfrm>
            <a:off x="581192" y="4541417"/>
            <a:ext cx="11029615" cy="600556"/>
          </a:xfrm>
        </p:spPr>
        <p:txBody>
          <a:bodyPr rtlCol="0" anchor="t">
            <a:normAutofit/>
          </a:bodyPr>
          <a:lstStyle>
            <a:lvl1pPr marL="0" indent="0" algn="l">
              <a:buNone/>
              <a:defRPr sz="1800" cap="all">
                <a:solidFill>
                  <a:schemeClr val="accent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rtl="0"/>
            <a:r>
              <a:rPr lang="pt-BR"/>
              <a:t>Clique para editar os estilos de texto Mestres</a:t>
            </a:r>
          </a:p>
        </p:txBody>
      </p:sp>
      <p:sp>
        <p:nvSpPr>
          <p:cNvPr id="7" name="Espaço Reservado para Data 6">
            <a:extLst>
              <a:ext uri="{FF2B5EF4-FFF2-40B4-BE49-F238E27FC236}">
                <a16:creationId xmlns:a16="http://schemas.microsoft.com/office/drawing/2014/main" id="{61582016-5696-4A93-887F-BBB3B9002FE5}"/>
              </a:ext>
            </a:extLst>
          </p:cNvPr>
          <p:cNvSpPr>
            <a:spLocks noGrp="1"/>
          </p:cNvSpPr>
          <p:nvPr>
            <p:ph type="dt" sz="half" idx="10"/>
          </p:nvPr>
        </p:nvSpPr>
        <p:spPr/>
        <p:txBody>
          <a:bodyPr rtlCol="0"/>
          <a:lstStyle/>
          <a:p>
            <a:pPr rtl="0"/>
            <a:fld id="{EB09EEDE-4F2A-4514-A141-8290D7C0C5F9}" type="datetime1">
              <a:rPr lang="pt-BR" smtClean="0"/>
              <a:t>04/06/2026</a:t>
            </a:fld>
            <a:endParaRPr lang="en-US" dirty="0"/>
          </a:p>
        </p:txBody>
      </p:sp>
      <p:sp>
        <p:nvSpPr>
          <p:cNvPr id="9" name="Espaço Reservado para Rodapé 8">
            <a:extLst>
              <a:ext uri="{FF2B5EF4-FFF2-40B4-BE49-F238E27FC236}">
                <a16:creationId xmlns:a16="http://schemas.microsoft.com/office/drawing/2014/main" id="{857CFCD5-1192-4E18-8A8F-29E153B44DA4}"/>
              </a:ext>
            </a:extLst>
          </p:cNvPr>
          <p:cNvSpPr>
            <a:spLocks noGrp="1"/>
          </p:cNvSpPr>
          <p:nvPr>
            <p:ph type="ftr" sz="quarter" idx="11"/>
          </p:nvPr>
        </p:nvSpPr>
        <p:spPr/>
        <p:txBody>
          <a:bodyPr rtlCol="0"/>
          <a:lstStyle/>
          <a:p>
            <a:pPr rtl="0"/>
            <a:endParaRPr lang="en-US" dirty="0"/>
          </a:p>
        </p:txBody>
      </p:sp>
      <p:sp>
        <p:nvSpPr>
          <p:cNvPr id="10" name="Espaço reservado para o número do slide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rtlCol="0"/>
          <a:lstStyle/>
          <a:p>
            <a:pPr rtl="0"/>
            <a:fld id="{3A98EE3D-8CD1-4C3F-BD1C-C98C9596463C}" type="slidenum">
              <a:rPr lang="en-US" smtClean="0"/>
              <a:t>‹nº›</a:t>
            </a:fld>
            <a:endParaRPr lang="en-US" dirty="0"/>
          </a:p>
        </p:txBody>
      </p:sp>
    </p:spTree>
    <p:extLst>
      <p:ext uri="{BB962C8B-B14F-4D97-AF65-F5344CB8AC3E}">
        <p14:creationId xmlns:p14="http://schemas.microsoft.com/office/powerpoint/2010/main" val="3666809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is Conteúdos">
    <p:spTree>
      <p:nvGrpSpPr>
        <p:cNvPr id="1" name=""/>
        <p:cNvGrpSpPr/>
        <p:nvPr/>
      </p:nvGrpSpPr>
      <p:grpSpPr>
        <a:xfrm>
          <a:off x="0" y="0"/>
          <a:ext cx="0" cy="0"/>
          <a:chOff x="0" y="0"/>
          <a:chExt cx="0" cy="0"/>
        </a:xfrm>
      </p:grpSpPr>
      <p:sp>
        <p:nvSpPr>
          <p:cNvPr id="2" name="Título 1"/>
          <p:cNvSpPr>
            <a:spLocks noGrp="1"/>
          </p:cNvSpPr>
          <p:nvPr>
            <p:ph type="title"/>
          </p:nvPr>
        </p:nvSpPr>
        <p:spPr>
          <a:xfrm>
            <a:off x="581193" y="729658"/>
            <a:ext cx="11029616" cy="988332"/>
          </a:xfrm>
        </p:spPr>
        <p:txBody>
          <a:bodyPr rtlCol="0"/>
          <a:lstStyle/>
          <a:p>
            <a:pPr rtl="0"/>
            <a:r>
              <a:rPr lang="pt-BR"/>
              <a:t>Clique para editar o título Mestre</a:t>
            </a:r>
            <a:endParaRPr lang="en-US" dirty="0"/>
          </a:p>
        </p:txBody>
      </p:sp>
      <p:sp>
        <p:nvSpPr>
          <p:cNvPr id="3" name="Espaço reservado para conteúdo 2"/>
          <p:cNvSpPr>
            <a:spLocks noGrp="1"/>
          </p:cNvSpPr>
          <p:nvPr>
            <p:ph sz="half" idx="1"/>
          </p:nvPr>
        </p:nvSpPr>
        <p:spPr>
          <a:xfrm>
            <a:off x="581193" y="2228003"/>
            <a:ext cx="5194767" cy="3633047"/>
          </a:xfrm>
        </p:spPr>
        <p:txBody>
          <a:bodyPr rtlCol="0">
            <a:normAutofit/>
          </a:bodyPr>
          <a:lstStyle/>
          <a:p>
            <a:pPr lvl="0" rtl="0"/>
            <a:r>
              <a:rPr lang="pt-BR"/>
              <a:t>Clique para editar os estilos de texto Mestres</a:t>
            </a:r>
          </a:p>
          <a:p>
            <a:pPr lvl="1" rtl="0"/>
            <a:r>
              <a:rPr lang="pt-BR"/>
              <a:t>Segundo nível</a:t>
            </a:r>
          </a:p>
          <a:p>
            <a:pPr lvl="2" rtl="0"/>
            <a:r>
              <a:rPr lang="pt-BR"/>
              <a:t>Terceiro nível</a:t>
            </a:r>
          </a:p>
          <a:p>
            <a:pPr lvl="3" rtl="0"/>
            <a:r>
              <a:rPr lang="pt-BR"/>
              <a:t>Quarto nível</a:t>
            </a:r>
          </a:p>
          <a:p>
            <a:pPr lvl="4" rtl="0"/>
            <a:r>
              <a:rPr lang="pt-BR"/>
              <a:t>Quinto nível</a:t>
            </a:r>
            <a:endParaRPr lang="en-US" dirty="0"/>
          </a:p>
        </p:txBody>
      </p:sp>
      <p:sp>
        <p:nvSpPr>
          <p:cNvPr id="4" name="Espaço reservado para conteúdo 3"/>
          <p:cNvSpPr>
            <a:spLocks noGrp="1"/>
          </p:cNvSpPr>
          <p:nvPr>
            <p:ph sz="half" idx="2"/>
          </p:nvPr>
        </p:nvSpPr>
        <p:spPr>
          <a:xfrm>
            <a:off x="6416039" y="2228003"/>
            <a:ext cx="5194769" cy="3633047"/>
          </a:xfrm>
        </p:spPr>
        <p:txBody>
          <a:bodyPr rtlCol="0">
            <a:normAutofit/>
          </a:bodyPr>
          <a:lstStyle/>
          <a:p>
            <a:pPr lvl="0" rtl="0"/>
            <a:r>
              <a:rPr lang="pt-BR"/>
              <a:t>Clique para editar os estilos de texto Mestres</a:t>
            </a:r>
          </a:p>
          <a:p>
            <a:pPr lvl="1" rtl="0"/>
            <a:r>
              <a:rPr lang="pt-BR"/>
              <a:t>Segundo nível</a:t>
            </a:r>
          </a:p>
          <a:p>
            <a:pPr lvl="2" rtl="0"/>
            <a:r>
              <a:rPr lang="pt-BR"/>
              <a:t>Terceiro nível</a:t>
            </a:r>
          </a:p>
          <a:p>
            <a:pPr lvl="3" rtl="0"/>
            <a:r>
              <a:rPr lang="pt-BR"/>
              <a:t>Quarto nível</a:t>
            </a:r>
          </a:p>
          <a:p>
            <a:pPr lvl="4" rtl="0"/>
            <a:r>
              <a:rPr lang="pt-BR"/>
              <a:t>Quinto nível</a:t>
            </a:r>
            <a:endParaRPr lang="en-US" dirty="0"/>
          </a:p>
        </p:txBody>
      </p:sp>
      <p:sp>
        <p:nvSpPr>
          <p:cNvPr id="5" name="Espaço Reservado para Data 4"/>
          <p:cNvSpPr>
            <a:spLocks noGrp="1"/>
          </p:cNvSpPr>
          <p:nvPr>
            <p:ph type="dt" sz="half" idx="10"/>
          </p:nvPr>
        </p:nvSpPr>
        <p:spPr/>
        <p:txBody>
          <a:bodyPr rtlCol="0"/>
          <a:lstStyle/>
          <a:p>
            <a:pPr rtl="0"/>
            <a:fld id="{9C80C7B8-3E83-44DB-805D-C59954C31ECE}" type="datetime1">
              <a:rPr lang="pt-BR" smtClean="0"/>
              <a:t>04/06/2026</a:t>
            </a:fld>
            <a:endParaRPr lang="en-US" dirty="0"/>
          </a:p>
        </p:txBody>
      </p:sp>
      <p:sp>
        <p:nvSpPr>
          <p:cNvPr id="6" name="Espaço Reservado para Rodapé 5"/>
          <p:cNvSpPr>
            <a:spLocks noGrp="1"/>
          </p:cNvSpPr>
          <p:nvPr>
            <p:ph type="ftr" sz="quarter" idx="11"/>
          </p:nvPr>
        </p:nvSpPr>
        <p:spPr/>
        <p:txBody>
          <a:bodyPr rtlCol="0"/>
          <a:lstStyle/>
          <a:p>
            <a:pPr rtl="0"/>
            <a:endParaRPr lang="en-US" dirty="0"/>
          </a:p>
        </p:txBody>
      </p:sp>
      <p:sp>
        <p:nvSpPr>
          <p:cNvPr id="7" name="Espaço Reservado para o Número do Slide 6"/>
          <p:cNvSpPr>
            <a:spLocks noGrp="1"/>
          </p:cNvSpPr>
          <p:nvPr>
            <p:ph type="sldNum" sz="quarter" idx="12"/>
          </p:nvPr>
        </p:nvSpPr>
        <p:spPr/>
        <p:txBody>
          <a:bodyPr rtlCol="0"/>
          <a:lstStyle/>
          <a:p>
            <a:pPr rtl="0"/>
            <a:fld id="{3A98EE3D-8CD1-4C3F-BD1C-C98C9596463C}" type="slidenum">
              <a:rPr lang="en-US" smtClean="0"/>
              <a:t>‹nº›</a:t>
            </a:fld>
            <a:endParaRPr lang="en-US" dirty="0"/>
          </a:p>
        </p:txBody>
      </p:sp>
    </p:spTree>
    <p:extLst>
      <p:ext uri="{BB962C8B-B14F-4D97-AF65-F5344CB8AC3E}">
        <p14:creationId xmlns:p14="http://schemas.microsoft.com/office/powerpoint/2010/main" val="24833232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mparação">
    <p:spTree>
      <p:nvGrpSpPr>
        <p:cNvPr id="1" name=""/>
        <p:cNvGrpSpPr/>
        <p:nvPr/>
      </p:nvGrpSpPr>
      <p:grpSpPr>
        <a:xfrm>
          <a:off x="0" y="0"/>
          <a:ext cx="0" cy="0"/>
          <a:chOff x="0" y="0"/>
          <a:chExt cx="0" cy="0"/>
        </a:xfrm>
      </p:grpSpPr>
      <p:sp>
        <p:nvSpPr>
          <p:cNvPr id="12" name="Título 1"/>
          <p:cNvSpPr>
            <a:spLocks noGrp="1"/>
          </p:cNvSpPr>
          <p:nvPr>
            <p:ph type="title"/>
          </p:nvPr>
        </p:nvSpPr>
        <p:spPr>
          <a:xfrm>
            <a:off x="581193" y="729658"/>
            <a:ext cx="11029616" cy="988332"/>
          </a:xfrm>
        </p:spPr>
        <p:txBody>
          <a:bodyPr rtlCol="0"/>
          <a:lstStyle/>
          <a:p>
            <a:pPr rtl="0"/>
            <a:r>
              <a:rPr lang="pt-BR"/>
              <a:t>Clique para editar o título Mestre</a:t>
            </a:r>
            <a:endParaRPr lang="en-US" dirty="0"/>
          </a:p>
        </p:txBody>
      </p:sp>
      <p:sp>
        <p:nvSpPr>
          <p:cNvPr id="3" name="Espaço reservado para texto 2"/>
          <p:cNvSpPr>
            <a:spLocks noGrp="1"/>
          </p:cNvSpPr>
          <p:nvPr>
            <p:ph type="body" idx="1"/>
          </p:nvPr>
        </p:nvSpPr>
        <p:spPr>
          <a:xfrm>
            <a:off x="581191" y="2250891"/>
            <a:ext cx="5194769" cy="557784"/>
          </a:xfrm>
        </p:spPr>
        <p:txBody>
          <a:bodyPr rtlCol="0" anchor="ctr">
            <a:noAutofit/>
          </a:bodyPr>
          <a:lstStyle>
            <a:lvl1pPr marL="0" indent="0">
              <a:buNone/>
              <a:defRPr sz="2000" b="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pt-BR"/>
              <a:t>Clique para editar os estilos de texto Mestres</a:t>
            </a:r>
          </a:p>
        </p:txBody>
      </p:sp>
      <p:sp>
        <p:nvSpPr>
          <p:cNvPr id="4" name="Espaço reservado para conteúdo 3"/>
          <p:cNvSpPr>
            <a:spLocks noGrp="1"/>
          </p:cNvSpPr>
          <p:nvPr>
            <p:ph sz="half" idx="2"/>
          </p:nvPr>
        </p:nvSpPr>
        <p:spPr>
          <a:xfrm>
            <a:off x="581194" y="2926052"/>
            <a:ext cx="5194766" cy="2934999"/>
          </a:xfrm>
        </p:spPr>
        <p:txBody>
          <a:bodyPr rtlCol="0" anchor="t">
            <a:normAutofit/>
          </a:bodyPr>
          <a:lstStyle/>
          <a:p>
            <a:pPr lvl="0" rtl="0"/>
            <a:r>
              <a:rPr lang="pt-BR"/>
              <a:t>Clique para editar os estilos de texto Mestres</a:t>
            </a:r>
          </a:p>
          <a:p>
            <a:pPr lvl="1" rtl="0"/>
            <a:r>
              <a:rPr lang="pt-BR"/>
              <a:t>Segundo nível</a:t>
            </a:r>
          </a:p>
          <a:p>
            <a:pPr lvl="2" rtl="0"/>
            <a:r>
              <a:rPr lang="pt-BR"/>
              <a:t>Terceiro nível</a:t>
            </a:r>
          </a:p>
          <a:p>
            <a:pPr lvl="3" rtl="0"/>
            <a:r>
              <a:rPr lang="pt-BR"/>
              <a:t>Quarto nível</a:t>
            </a:r>
          </a:p>
          <a:p>
            <a:pPr lvl="4" rtl="0"/>
            <a:r>
              <a:rPr lang="pt-BR"/>
              <a:t>Quinto nível</a:t>
            </a:r>
            <a:endParaRPr lang="en-US" dirty="0"/>
          </a:p>
        </p:txBody>
      </p:sp>
      <p:sp>
        <p:nvSpPr>
          <p:cNvPr id="5" name="Espaço reservado para texto 4"/>
          <p:cNvSpPr>
            <a:spLocks noGrp="1"/>
          </p:cNvSpPr>
          <p:nvPr>
            <p:ph type="body" sz="quarter" idx="3"/>
          </p:nvPr>
        </p:nvSpPr>
        <p:spPr>
          <a:xfrm>
            <a:off x="6416039" y="2250892"/>
            <a:ext cx="5194770" cy="553373"/>
          </a:xfrm>
        </p:spPr>
        <p:txBody>
          <a:bodyPr rtlCol="0" anchor="ctr">
            <a:noAutofit/>
          </a:bodyPr>
          <a:lstStyle>
            <a:lvl1pPr marL="0" marR="0" indent="0" algn="l" defTabSz="457200" rtl="0" eaLnBrk="1" fontAlgn="auto" latinLnBrk="0" hangingPunct="1">
              <a:lnSpc>
                <a:spcPct val="100000"/>
              </a:lnSpc>
              <a:spcBef>
                <a:spcPct val="20000"/>
              </a:spcBef>
              <a:spcAft>
                <a:spcPts val="600"/>
              </a:spcAft>
              <a:buClr>
                <a:schemeClr val="accent1"/>
              </a:buClr>
              <a:buSzPct val="92000"/>
              <a:buFont typeface="Wingdings 2" panose="05020102010507070707" pitchFamily="18" charset="2"/>
              <a:buNone/>
              <a:tabLst/>
              <a:defRPr sz="2000" b="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marR="0" lvl="0" indent="0" algn="l" defTabSz="457200" rtl="0" eaLnBrk="1" fontAlgn="auto" latinLnBrk="0" hangingPunct="1">
              <a:lnSpc>
                <a:spcPct val="100000"/>
              </a:lnSpc>
              <a:spcBef>
                <a:spcPct val="20000"/>
              </a:spcBef>
              <a:spcAft>
                <a:spcPts val="600"/>
              </a:spcAft>
              <a:buClr>
                <a:schemeClr val="accent1"/>
              </a:buClr>
              <a:buSzPct val="92000"/>
              <a:buFont typeface="Wingdings 2" panose="05020102010507070707" pitchFamily="18" charset="2"/>
              <a:buNone/>
              <a:tabLst/>
              <a:defRPr/>
            </a:pPr>
            <a:r>
              <a:rPr lang="pt-BR"/>
              <a:t>Clique para editar os estilos de texto Mestres</a:t>
            </a:r>
          </a:p>
        </p:txBody>
      </p:sp>
      <p:sp>
        <p:nvSpPr>
          <p:cNvPr id="6" name="Espaço reservado para conteúdo 5"/>
          <p:cNvSpPr>
            <a:spLocks noGrp="1"/>
          </p:cNvSpPr>
          <p:nvPr>
            <p:ph sz="quarter" idx="4"/>
          </p:nvPr>
        </p:nvSpPr>
        <p:spPr>
          <a:xfrm>
            <a:off x="6416037" y="2926052"/>
            <a:ext cx="5194771" cy="2934999"/>
          </a:xfrm>
        </p:spPr>
        <p:txBody>
          <a:bodyPr rtlCol="0" anchor="t">
            <a:normAutofit/>
          </a:bodyPr>
          <a:lstStyle/>
          <a:p>
            <a:pPr lvl="0" rtl="0"/>
            <a:r>
              <a:rPr lang="pt-BR"/>
              <a:t>Clique para editar os estilos de texto Mestres</a:t>
            </a:r>
          </a:p>
          <a:p>
            <a:pPr lvl="1" rtl="0"/>
            <a:r>
              <a:rPr lang="pt-BR"/>
              <a:t>Segundo nível</a:t>
            </a:r>
          </a:p>
          <a:p>
            <a:pPr lvl="2" rtl="0"/>
            <a:r>
              <a:rPr lang="pt-BR"/>
              <a:t>Terceiro nível</a:t>
            </a:r>
          </a:p>
          <a:p>
            <a:pPr lvl="3" rtl="0"/>
            <a:r>
              <a:rPr lang="pt-BR"/>
              <a:t>Quarto nível</a:t>
            </a:r>
          </a:p>
          <a:p>
            <a:pPr lvl="4" rtl="0"/>
            <a:r>
              <a:rPr lang="pt-BR"/>
              <a:t>Quinto nível</a:t>
            </a:r>
            <a:endParaRPr lang="en-US" dirty="0"/>
          </a:p>
        </p:txBody>
      </p:sp>
      <p:sp>
        <p:nvSpPr>
          <p:cNvPr id="7" name="Espaço Reservado para Data 6"/>
          <p:cNvSpPr>
            <a:spLocks noGrp="1"/>
          </p:cNvSpPr>
          <p:nvPr>
            <p:ph type="dt" sz="half" idx="10"/>
          </p:nvPr>
        </p:nvSpPr>
        <p:spPr/>
        <p:txBody>
          <a:bodyPr rtlCol="0"/>
          <a:lstStyle/>
          <a:p>
            <a:pPr rtl="0"/>
            <a:fld id="{E09CBBAF-C71C-432D-9A69-DC53FB6B4E2D}" type="datetime1">
              <a:rPr lang="pt-BR" smtClean="0"/>
              <a:t>04/06/2026</a:t>
            </a:fld>
            <a:endParaRPr lang="en-US" dirty="0"/>
          </a:p>
        </p:txBody>
      </p:sp>
      <p:sp>
        <p:nvSpPr>
          <p:cNvPr id="8" name="Espaço Reservado para Rodapé 7"/>
          <p:cNvSpPr>
            <a:spLocks noGrp="1"/>
          </p:cNvSpPr>
          <p:nvPr>
            <p:ph type="ftr" sz="quarter" idx="11"/>
          </p:nvPr>
        </p:nvSpPr>
        <p:spPr/>
        <p:txBody>
          <a:bodyPr rtlCol="0"/>
          <a:lstStyle/>
          <a:p>
            <a:pPr rtl="0"/>
            <a:endParaRPr lang="en-US" dirty="0"/>
          </a:p>
        </p:txBody>
      </p:sp>
      <p:sp>
        <p:nvSpPr>
          <p:cNvPr id="9" name="Espaço Reservado para o Número do Slide 8"/>
          <p:cNvSpPr>
            <a:spLocks noGrp="1"/>
          </p:cNvSpPr>
          <p:nvPr>
            <p:ph type="sldNum" sz="quarter" idx="12"/>
          </p:nvPr>
        </p:nvSpPr>
        <p:spPr/>
        <p:txBody>
          <a:bodyPr rtlCol="0"/>
          <a:lstStyle/>
          <a:p>
            <a:pPr rtl="0"/>
            <a:fld id="{3A98EE3D-8CD1-4C3F-BD1C-C98C9596463C}" type="slidenum">
              <a:rPr lang="en-US" smtClean="0"/>
              <a:t>‹nº›</a:t>
            </a:fld>
            <a:endParaRPr lang="en-US" dirty="0"/>
          </a:p>
        </p:txBody>
      </p:sp>
    </p:spTree>
    <p:extLst>
      <p:ext uri="{BB962C8B-B14F-4D97-AF65-F5344CB8AC3E}">
        <p14:creationId xmlns:p14="http://schemas.microsoft.com/office/powerpoint/2010/main" val="17480465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8" name="Título 1"/>
          <p:cNvSpPr>
            <a:spLocks noGrp="1"/>
          </p:cNvSpPr>
          <p:nvPr>
            <p:ph type="title"/>
          </p:nvPr>
        </p:nvSpPr>
        <p:spPr>
          <a:xfrm>
            <a:off x="575894" y="729658"/>
            <a:ext cx="11029616" cy="988332"/>
          </a:xfrm>
        </p:spPr>
        <p:txBody>
          <a:bodyPr rtlCol="0"/>
          <a:lstStyle/>
          <a:p>
            <a:pPr rtl="0"/>
            <a:r>
              <a:rPr lang="pt-BR"/>
              <a:t>Clique para editar o título Mestre</a:t>
            </a:r>
            <a:endParaRPr lang="en-US" dirty="0"/>
          </a:p>
        </p:txBody>
      </p:sp>
      <p:sp>
        <p:nvSpPr>
          <p:cNvPr id="3" name="Espaço Reservado para Data 2"/>
          <p:cNvSpPr>
            <a:spLocks noGrp="1"/>
          </p:cNvSpPr>
          <p:nvPr>
            <p:ph type="dt" sz="half" idx="10"/>
          </p:nvPr>
        </p:nvSpPr>
        <p:spPr/>
        <p:txBody>
          <a:bodyPr rtlCol="0"/>
          <a:lstStyle/>
          <a:p>
            <a:pPr rtl="0"/>
            <a:fld id="{28BDC511-3C16-44E4-92EF-C6B950EE8EC4}" type="datetime1">
              <a:rPr lang="pt-BR" smtClean="0"/>
              <a:t>04/06/2026</a:t>
            </a:fld>
            <a:endParaRPr lang="en-US" dirty="0"/>
          </a:p>
        </p:txBody>
      </p:sp>
      <p:sp>
        <p:nvSpPr>
          <p:cNvPr id="4" name="Espaço Reservado para Rodapé 3"/>
          <p:cNvSpPr>
            <a:spLocks noGrp="1"/>
          </p:cNvSpPr>
          <p:nvPr>
            <p:ph type="ftr" sz="quarter" idx="11"/>
          </p:nvPr>
        </p:nvSpPr>
        <p:spPr/>
        <p:txBody>
          <a:bodyPr rtlCol="0"/>
          <a:lstStyle/>
          <a:p>
            <a:pPr rtl="0"/>
            <a:endParaRPr lang="en-US" dirty="0"/>
          </a:p>
        </p:txBody>
      </p:sp>
      <p:sp>
        <p:nvSpPr>
          <p:cNvPr id="5" name="Espaço Reservado para o Número do Slide 4"/>
          <p:cNvSpPr>
            <a:spLocks noGrp="1"/>
          </p:cNvSpPr>
          <p:nvPr>
            <p:ph type="sldNum" sz="quarter" idx="12"/>
          </p:nvPr>
        </p:nvSpPr>
        <p:spPr/>
        <p:txBody>
          <a:bodyPr rtlCol="0"/>
          <a:lstStyle/>
          <a:p>
            <a:pPr rtl="0"/>
            <a:fld id="{3A98EE3D-8CD1-4C3F-BD1C-C98C9596463C}" type="slidenum">
              <a:rPr lang="en-US" smtClean="0"/>
              <a:t>‹nº›</a:t>
            </a:fld>
            <a:endParaRPr lang="en-US" dirty="0"/>
          </a:p>
        </p:txBody>
      </p:sp>
    </p:spTree>
    <p:extLst>
      <p:ext uri="{BB962C8B-B14F-4D97-AF65-F5344CB8AC3E}">
        <p14:creationId xmlns:p14="http://schemas.microsoft.com/office/powerpoint/2010/main" val="11293638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p:cNvSpPr>
            <a:spLocks noGrp="1"/>
          </p:cNvSpPr>
          <p:nvPr>
            <p:ph type="dt" sz="half" idx="10"/>
          </p:nvPr>
        </p:nvSpPr>
        <p:spPr/>
        <p:txBody>
          <a:bodyPr rtlCol="0"/>
          <a:lstStyle/>
          <a:p>
            <a:pPr rtl="0"/>
            <a:fld id="{DF9FFFF1-28B2-434C-AB7A-5EAFBA182D21}" type="datetime1">
              <a:rPr lang="pt-BR" smtClean="0"/>
              <a:t>04/06/2026</a:t>
            </a:fld>
            <a:endParaRPr lang="en-US" dirty="0"/>
          </a:p>
        </p:txBody>
      </p:sp>
      <p:sp>
        <p:nvSpPr>
          <p:cNvPr id="3" name="Espaço Reservado para Rodapé 2"/>
          <p:cNvSpPr>
            <a:spLocks noGrp="1"/>
          </p:cNvSpPr>
          <p:nvPr>
            <p:ph type="ftr" sz="quarter" idx="11"/>
          </p:nvPr>
        </p:nvSpPr>
        <p:spPr/>
        <p:txBody>
          <a:bodyPr rtlCol="0"/>
          <a:lstStyle/>
          <a:p>
            <a:pPr rtl="0"/>
            <a:endParaRPr lang="en-US" dirty="0"/>
          </a:p>
        </p:txBody>
      </p:sp>
      <p:sp>
        <p:nvSpPr>
          <p:cNvPr id="4" name="Espaço reservado para o número do slide 3"/>
          <p:cNvSpPr>
            <a:spLocks noGrp="1"/>
          </p:cNvSpPr>
          <p:nvPr>
            <p:ph type="sldNum" sz="quarter" idx="12"/>
          </p:nvPr>
        </p:nvSpPr>
        <p:spPr/>
        <p:txBody>
          <a:bodyPr rtlCol="0"/>
          <a:lstStyle/>
          <a:p>
            <a:pPr rtl="0"/>
            <a:fld id="{3A98EE3D-8CD1-4C3F-BD1C-C98C9596463C}" type="slidenum">
              <a:rPr lang="en-US" smtClean="0"/>
              <a:t>‹nº›</a:t>
            </a:fld>
            <a:endParaRPr lang="en-US" dirty="0"/>
          </a:p>
        </p:txBody>
      </p:sp>
    </p:spTree>
    <p:extLst>
      <p:ext uri="{BB962C8B-B14F-4D97-AF65-F5344CB8AC3E}">
        <p14:creationId xmlns:p14="http://schemas.microsoft.com/office/powerpoint/2010/main" val="11294949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9" name="Retângulo 8"/>
          <p:cNvSpPr>
            <a:spLocks noChangeAspect="1"/>
          </p:cNvSpPr>
          <p:nvPr/>
        </p:nvSpPr>
        <p:spPr>
          <a:xfrm>
            <a:off x="447817" y="601200"/>
            <a:ext cx="3682723" cy="5815475"/>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ítulo 1"/>
          <p:cNvSpPr>
            <a:spLocks noGrp="1"/>
          </p:cNvSpPr>
          <p:nvPr>
            <p:ph type="title" hasCustomPrompt="1"/>
          </p:nvPr>
        </p:nvSpPr>
        <p:spPr>
          <a:xfrm>
            <a:off x="767857" y="933450"/>
            <a:ext cx="3031852" cy="1722419"/>
          </a:xfrm>
        </p:spPr>
        <p:txBody>
          <a:bodyPr rtlCol="0" anchor="b">
            <a:normAutofit/>
          </a:bodyPr>
          <a:lstStyle>
            <a:lvl1pPr algn="l">
              <a:defRPr sz="2400" b="0">
                <a:solidFill>
                  <a:srgbClr val="FFFFFF"/>
                </a:solidFill>
              </a:defRPr>
            </a:lvl1pPr>
          </a:lstStyle>
          <a:p>
            <a:pPr rtl="0"/>
            <a:r>
              <a:rPr lang="pt-br" dirty="0"/>
              <a:t>Clique para editar o estilo de título Mestre</a:t>
            </a:r>
            <a:endParaRPr lang="en-US" dirty="0"/>
          </a:p>
        </p:txBody>
      </p:sp>
      <p:sp>
        <p:nvSpPr>
          <p:cNvPr id="3" name="Espaço reservado para conteúdo 2"/>
          <p:cNvSpPr>
            <a:spLocks noGrp="1"/>
          </p:cNvSpPr>
          <p:nvPr>
            <p:ph idx="1"/>
          </p:nvPr>
        </p:nvSpPr>
        <p:spPr>
          <a:xfrm>
            <a:off x="4900928" y="1179829"/>
            <a:ext cx="6650991" cy="4658216"/>
          </a:xfrm>
        </p:spPr>
        <p:txBody>
          <a:bodyPr rtlCol="0"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rtl="0"/>
            <a:r>
              <a:rPr lang="pt-BR"/>
              <a:t>Clique para editar os estilos de texto Mestres</a:t>
            </a:r>
          </a:p>
          <a:p>
            <a:pPr lvl="1" rtl="0"/>
            <a:r>
              <a:rPr lang="pt-BR"/>
              <a:t>Segundo nível</a:t>
            </a:r>
          </a:p>
          <a:p>
            <a:pPr lvl="2" rtl="0"/>
            <a:r>
              <a:rPr lang="pt-BR"/>
              <a:t>Terceiro nível</a:t>
            </a:r>
          </a:p>
          <a:p>
            <a:pPr lvl="3" rtl="0"/>
            <a:r>
              <a:rPr lang="pt-BR"/>
              <a:t>Quarto nível</a:t>
            </a:r>
          </a:p>
          <a:p>
            <a:pPr lvl="4" rtl="0"/>
            <a:r>
              <a:rPr lang="pt-BR"/>
              <a:t>Quinto nível</a:t>
            </a:r>
            <a:endParaRPr lang="en-US" dirty="0"/>
          </a:p>
        </p:txBody>
      </p:sp>
      <p:sp>
        <p:nvSpPr>
          <p:cNvPr id="4" name="Espaço reservado para texto 3"/>
          <p:cNvSpPr>
            <a:spLocks noGrp="1"/>
          </p:cNvSpPr>
          <p:nvPr>
            <p:ph type="body" sz="half" idx="2"/>
          </p:nvPr>
        </p:nvSpPr>
        <p:spPr>
          <a:xfrm>
            <a:off x="767857" y="2836654"/>
            <a:ext cx="3031852" cy="3001392"/>
          </a:xfrm>
        </p:spPr>
        <p:txBody>
          <a:bodyPr rtlCol="0" anchor="t">
            <a:normAutofit/>
          </a:bodyPr>
          <a:lstStyle>
            <a:lvl1pPr marL="0" indent="0" algn="l">
              <a:buNone/>
              <a:defRPr sz="1600">
                <a:solidFill>
                  <a:srgbClr val="FFFFFF"/>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rtl="0"/>
            <a:r>
              <a:rPr lang="pt-BR"/>
              <a:t>Clique para editar os estilos de texto Mestres</a:t>
            </a:r>
          </a:p>
        </p:txBody>
      </p:sp>
      <p:sp>
        <p:nvSpPr>
          <p:cNvPr id="8" name="Espaço Reservado para Data 7">
            <a:extLst>
              <a:ext uri="{FF2B5EF4-FFF2-40B4-BE49-F238E27FC236}">
                <a16:creationId xmlns:a16="http://schemas.microsoft.com/office/drawing/2014/main" id="{0B919CC2-2A65-446F-B538-9E6249035445}"/>
              </a:ext>
            </a:extLst>
          </p:cNvPr>
          <p:cNvSpPr>
            <a:spLocks noGrp="1"/>
          </p:cNvSpPr>
          <p:nvPr>
            <p:ph type="dt" sz="half" idx="10"/>
          </p:nvPr>
        </p:nvSpPr>
        <p:spPr>
          <a:xfrm>
            <a:off x="7605951" y="6456916"/>
            <a:ext cx="2844799" cy="365125"/>
          </a:xfrm>
        </p:spPr>
        <p:txBody>
          <a:bodyPr rtlCol="0"/>
          <a:lstStyle/>
          <a:p>
            <a:pPr rtl="0"/>
            <a:fld id="{701F141C-949F-474F-9E74-3B5F20546E6B}" type="datetime1">
              <a:rPr lang="pt-BR" smtClean="0"/>
              <a:t>04/06/2026</a:t>
            </a:fld>
            <a:endParaRPr lang="en-US" dirty="0"/>
          </a:p>
        </p:txBody>
      </p:sp>
      <p:sp>
        <p:nvSpPr>
          <p:cNvPr id="10" name="Espaço Reservado para Rodapé 9">
            <a:extLst>
              <a:ext uri="{FF2B5EF4-FFF2-40B4-BE49-F238E27FC236}">
                <a16:creationId xmlns:a16="http://schemas.microsoft.com/office/drawing/2014/main" id="{B72412AE-119E-4982-8B24-63365EFCA796}"/>
              </a:ext>
            </a:extLst>
          </p:cNvPr>
          <p:cNvSpPr>
            <a:spLocks noGrp="1"/>
          </p:cNvSpPr>
          <p:nvPr>
            <p:ph type="ftr" sz="quarter" idx="11"/>
          </p:nvPr>
        </p:nvSpPr>
        <p:spPr>
          <a:xfrm>
            <a:off x="581192" y="6452590"/>
            <a:ext cx="6917210" cy="365125"/>
          </a:xfrm>
        </p:spPr>
        <p:txBody>
          <a:bodyPr rtlCol="0"/>
          <a:lstStyle/>
          <a:p>
            <a:pPr rtl="0"/>
            <a:endParaRPr lang="en-US" dirty="0"/>
          </a:p>
        </p:txBody>
      </p:sp>
      <p:sp>
        <p:nvSpPr>
          <p:cNvPr id="11" name="Espaço Reservado para o Número do Slide 10">
            <a:extLst>
              <a:ext uri="{FF2B5EF4-FFF2-40B4-BE49-F238E27FC236}">
                <a16:creationId xmlns:a16="http://schemas.microsoft.com/office/drawing/2014/main" id="{7FC4BB19-6AD1-45CF-9F99-00B109890FAB}"/>
              </a:ext>
            </a:extLst>
          </p:cNvPr>
          <p:cNvSpPr>
            <a:spLocks noGrp="1"/>
          </p:cNvSpPr>
          <p:nvPr>
            <p:ph type="sldNum" sz="quarter" idx="12"/>
          </p:nvPr>
        </p:nvSpPr>
        <p:spPr>
          <a:xfrm>
            <a:off x="10558300" y="6456916"/>
            <a:ext cx="1052510" cy="365125"/>
          </a:xfrm>
        </p:spPr>
        <p:txBody>
          <a:bodyPr rtlCol="0"/>
          <a:lstStyle/>
          <a:p>
            <a:pPr rtl="0"/>
            <a:fld id="{3A98EE3D-8CD1-4C3F-BD1C-C98C9596463C}" type="slidenum">
              <a:rPr lang="en-US" smtClean="0"/>
              <a:pPr rtl="0"/>
              <a:t>‹nº›</a:t>
            </a:fld>
            <a:endParaRPr lang="en-US" dirty="0"/>
          </a:p>
        </p:txBody>
      </p:sp>
    </p:spTree>
    <p:extLst>
      <p:ext uri="{BB962C8B-B14F-4D97-AF65-F5344CB8AC3E}">
        <p14:creationId xmlns:p14="http://schemas.microsoft.com/office/powerpoint/2010/main" val="12617666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p:cNvSpPr>
            <a:spLocks noGrp="1"/>
          </p:cNvSpPr>
          <p:nvPr>
            <p:ph type="title"/>
          </p:nvPr>
        </p:nvSpPr>
        <p:spPr>
          <a:xfrm>
            <a:off x="581193" y="4693389"/>
            <a:ext cx="11029616" cy="566738"/>
          </a:xfrm>
        </p:spPr>
        <p:txBody>
          <a:bodyPr rtlCol="0" anchor="b">
            <a:normAutofit/>
          </a:bodyPr>
          <a:lstStyle>
            <a:lvl1pPr algn="l">
              <a:defRPr sz="2400" b="0">
                <a:solidFill>
                  <a:schemeClr val="tx1">
                    <a:lumMod val="75000"/>
                    <a:lumOff val="25000"/>
                  </a:schemeClr>
                </a:solidFill>
              </a:defRPr>
            </a:lvl1pPr>
          </a:lstStyle>
          <a:p>
            <a:pPr rtl="0"/>
            <a:r>
              <a:rPr lang="pt-BR"/>
              <a:t>Clique para editar o título Mestre</a:t>
            </a:r>
            <a:endParaRPr lang="en-US" dirty="0"/>
          </a:p>
        </p:txBody>
      </p:sp>
      <p:sp>
        <p:nvSpPr>
          <p:cNvPr id="3" name="Espaço Reservado para Imagem 2"/>
          <p:cNvSpPr>
            <a:spLocks noGrp="1" noChangeAspect="1"/>
          </p:cNvSpPr>
          <p:nvPr>
            <p:ph type="pic" idx="1"/>
          </p:nvPr>
        </p:nvSpPr>
        <p:spPr>
          <a:xfrm>
            <a:off x="447817" y="641350"/>
            <a:ext cx="11290859" cy="3651249"/>
          </a:xfrm>
        </p:spPr>
        <p:txBody>
          <a:bodyPr rtlCol="0"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rtl="0"/>
            <a:r>
              <a:rPr lang="pt-BR"/>
              <a:t>Clique no ícone para adicionar uma imagem</a:t>
            </a:r>
            <a:endParaRPr lang="en-US" dirty="0"/>
          </a:p>
        </p:txBody>
      </p:sp>
      <p:sp>
        <p:nvSpPr>
          <p:cNvPr id="4" name="Espaço reservado para texto 3"/>
          <p:cNvSpPr>
            <a:spLocks noGrp="1"/>
          </p:cNvSpPr>
          <p:nvPr>
            <p:ph type="body" sz="half" idx="2"/>
          </p:nvPr>
        </p:nvSpPr>
        <p:spPr>
          <a:xfrm>
            <a:off x="581192" y="5260127"/>
            <a:ext cx="11029617" cy="998148"/>
          </a:xfrm>
        </p:spPr>
        <p:txBody>
          <a:bodyPr rtlCol="0" anchor="t">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rtl="0"/>
            <a:r>
              <a:rPr lang="pt-BR"/>
              <a:t>Clique para editar os estilos de texto Mestres</a:t>
            </a:r>
          </a:p>
        </p:txBody>
      </p:sp>
      <p:sp>
        <p:nvSpPr>
          <p:cNvPr id="5" name="Espaço Reservado para Data 4"/>
          <p:cNvSpPr>
            <a:spLocks noGrp="1"/>
          </p:cNvSpPr>
          <p:nvPr>
            <p:ph type="dt" sz="half" idx="10"/>
          </p:nvPr>
        </p:nvSpPr>
        <p:spPr/>
        <p:txBody>
          <a:bodyPr rtlCol="0"/>
          <a:lstStyle/>
          <a:p>
            <a:pPr rtl="0"/>
            <a:fld id="{BD12D425-E3BA-44CA-8623-B38416E5A48E}" type="datetime1">
              <a:rPr lang="pt-BR" smtClean="0"/>
              <a:t>04/06/2026</a:t>
            </a:fld>
            <a:endParaRPr lang="en-US" dirty="0"/>
          </a:p>
        </p:txBody>
      </p:sp>
      <p:sp>
        <p:nvSpPr>
          <p:cNvPr id="6" name="Espaço Reservado para Rodapé 5"/>
          <p:cNvSpPr>
            <a:spLocks noGrp="1"/>
          </p:cNvSpPr>
          <p:nvPr>
            <p:ph type="ftr" sz="quarter" idx="11"/>
          </p:nvPr>
        </p:nvSpPr>
        <p:spPr/>
        <p:txBody>
          <a:bodyPr rtlCol="0"/>
          <a:lstStyle/>
          <a:p>
            <a:pPr algn="l" rtl="0"/>
            <a:endParaRPr lang="en-US" dirty="0"/>
          </a:p>
        </p:txBody>
      </p:sp>
      <p:sp>
        <p:nvSpPr>
          <p:cNvPr id="7" name="Espaço Reservado para o Número do Slide 6"/>
          <p:cNvSpPr>
            <a:spLocks noGrp="1"/>
          </p:cNvSpPr>
          <p:nvPr>
            <p:ph type="sldNum" sz="quarter" idx="12"/>
          </p:nvPr>
        </p:nvSpPr>
        <p:spPr/>
        <p:txBody>
          <a:bodyPr rtlCol="0"/>
          <a:lstStyle/>
          <a:p>
            <a:pPr rtl="0"/>
            <a:fld id="{3A98EE3D-8CD1-4C3F-BD1C-C98C9596463C}" type="slidenum">
              <a:rPr lang="en-US" smtClean="0"/>
              <a:t>‹nº›</a:t>
            </a:fld>
            <a:endParaRPr lang="en-US" dirty="0"/>
          </a:p>
        </p:txBody>
      </p:sp>
    </p:spTree>
    <p:extLst>
      <p:ext uri="{BB962C8B-B14F-4D97-AF65-F5344CB8AC3E}">
        <p14:creationId xmlns:p14="http://schemas.microsoft.com/office/powerpoint/2010/main" val="35732895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9" name="Título 1"/>
          <p:cNvSpPr>
            <a:spLocks noGrp="1"/>
          </p:cNvSpPr>
          <p:nvPr>
            <p:ph type="title"/>
          </p:nvPr>
        </p:nvSpPr>
        <p:spPr>
          <a:xfrm>
            <a:off x="581192" y="702156"/>
            <a:ext cx="11029616" cy="1013800"/>
          </a:xfrm>
        </p:spPr>
        <p:txBody>
          <a:bodyPr rtlCol="0"/>
          <a:lstStyle/>
          <a:p>
            <a:pPr rtl="0"/>
            <a:r>
              <a:rPr lang="pt-BR"/>
              <a:t>Clique para editar o título Mestre</a:t>
            </a:r>
            <a:endParaRPr lang="en-US" dirty="0"/>
          </a:p>
        </p:txBody>
      </p:sp>
      <p:sp>
        <p:nvSpPr>
          <p:cNvPr id="3" name="Espaço Reservado para Texto Vertical 2"/>
          <p:cNvSpPr>
            <a:spLocks noGrp="1"/>
          </p:cNvSpPr>
          <p:nvPr>
            <p:ph type="body" orient="vert" idx="1"/>
          </p:nvPr>
        </p:nvSpPr>
        <p:spPr/>
        <p:txBody>
          <a:bodyPr vert="eaVert" rtlCol="0" anchor="t"/>
          <a:lstStyle>
            <a:lvl1pPr algn="l">
              <a:defRPr/>
            </a:lvl1pPr>
            <a:lvl2pPr algn="l">
              <a:defRPr/>
            </a:lvl2pPr>
            <a:lvl3pPr algn="l">
              <a:defRPr/>
            </a:lvl3pPr>
            <a:lvl4pPr algn="l">
              <a:defRPr/>
            </a:lvl4pPr>
            <a:lvl5pPr algn="l">
              <a:defRPr/>
            </a:lvl5pPr>
          </a:lstStyle>
          <a:p>
            <a:pPr lvl="0" rtl="0"/>
            <a:r>
              <a:rPr lang="pt-BR"/>
              <a:t>Clique para editar os estilos de texto Mestres</a:t>
            </a:r>
          </a:p>
          <a:p>
            <a:pPr lvl="1" rtl="0"/>
            <a:r>
              <a:rPr lang="pt-BR"/>
              <a:t>Segundo nível</a:t>
            </a:r>
          </a:p>
          <a:p>
            <a:pPr lvl="2" rtl="0"/>
            <a:r>
              <a:rPr lang="pt-BR"/>
              <a:t>Terceiro nível</a:t>
            </a:r>
          </a:p>
          <a:p>
            <a:pPr lvl="3" rtl="0"/>
            <a:r>
              <a:rPr lang="pt-BR"/>
              <a:t>Quarto nível</a:t>
            </a:r>
          </a:p>
          <a:p>
            <a:pPr lvl="4" rtl="0"/>
            <a:r>
              <a:rPr lang="pt-BR"/>
              <a:t>Quinto nível</a:t>
            </a:r>
            <a:endParaRPr lang="en-US" dirty="0"/>
          </a:p>
        </p:txBody>
      </p:sp>
      <p:sp>
        <p:nvSpPr>
          <p:cNvPr id="4" name="Espaço Reservado para Data 3"/>
          <p:cNvSpPr>
            <a:spLocks noGrp="1"/>
          </p:cNvSpPr>
          <p:nvPr>
            <p:ph type="dt" sz="half" idx="10"/>
          </p:nvPr>
        </p:nvSpPr>
        <p:spPr/>
        <p:txBody>
          <a:bodyPr rtlCol="0"/>
          <a:lstStyle/>
          <a:p>
            <a:pPr rtl="0"/>
            <a:fld id="{E7F35CA7-7D3B-4E55-AC53-9529C0CFE3EF}" type="datetime1">
              <a:rPr lang="pt-BR" smtClean="0"/>
              <a:t>04/06/2026</a:t>
            </a:fld>
            <a:endParaRPr lang="en-US" dirty="0"/>
          </a:p>
        </p:txBody>
      </p:sp>
      <p:sp>
        <p:nvSpPr>
          <p:cNvPr id="5" name="Espaço Reservado para Rodapé 4"/>
          <p:cNvSpPr>
            <a:spLocks noGrp="1"/>
          </p:cNvSpPr>
          <p:nvPr>
            <p:ph type="ftr" sz="quarter" idx="11"/>
          </p:nvPr>
        </p:nvSpPr>
        <p:spPr/>
        <p:txBody>
          <a:bodyPr rtlCol="0"/>
          <a:lstStyle/>
          <a:p>
            <a:pPr rtl="0"/>
            <a:endParaRPr lang="en-US" dirty="0"/>
          </a:p>
        </p:txBody>
      </p:sp>
      <p:sp>
        <p:nvSpPr>
          <p:cNvPr id="6" name="Espaço Reservado para o Número do Slide 5"/>
          <p:cNvSpPr>
            <a:spLocks noGrp="1"/>
          </p:cNvSpPr>
          <p:nvPr>
            <p:ph type="sldNum" sz="quarter" idx="12"/>
          </p:nvPr>
        </p:nvSpPr>
        <p:spPr/>
        <p:txBody>
          <a:bodyPr rtlCol="0"/>
          <a:lstStyle/>
          <a:p>
            <a:pPr rtl="0"/>
            <a:fld id="{3A98EE3D-8CD1-4C3F-BD1C-C98C9596463C}" type="slidenum">
              <a:rPr lang="en-US" smtClean="0"/>
              <a:t>‹nº›</a:t>
            </a:fld>
            <a:endParaRPr lang="en-US" dirty="0"/>
          </a:p>
        </p:txBody>
      </p:sp>
    </p:spTree>
    <p:extLst>
      <p:ext uri="{BB962C8B-B14F-4D97-AF65-F5344CB8AC3E}">
        <p14:creationId xmlns:p14="http://schemas.microsoft.com/office/powerpoint/2010/main" val="12835911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Texto e título vertical">
    <p:spTree>
      <p:nvGrpSpPr>
        <p:cNvPr id="1" name=""/>
        <p:cNvGrpSpPr/>
        <p:nvPr/>
      </p:nvGrpSpPr>
      <p:grpSpPr>
        <a:xfrm>
          <a:off x="0" y="0"/>
          <a:ext cx="0" cy="0"/>
          <a:chOff x="0" y="0"/>
          <a:chExt cx="0" cy="0"/>
        </a:xfrm>
      </p:grpSpPr>
      <p:sp>
        <p:nvSpPr>
          <p:cNvPr id="7" name="Retângulo 6"/>
          <p:cNvSpPr>
            <a:spLocks noChangeAspect="1"/>
          </p:cNvSpPr>
          <p:nvPr/>
        </p:nvSpPr>
        <p:spPr>
          <a:xfrm>
            <a:off x="8058151" y="599725"/>
            <a:ext cx="3687316" cy="581695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ítulo vertical 1"/>
          <p:cNvSpPr>
            <a:spLocks noGrp="1"/>
          </p:cNvSpPr>
          <p:nvPr>
            <p:ph type="title" orient="vert"/>
          </p:nvPr>
        </p:nvSpPr>
        <p:spPr>
          <a:xfrm>
            <a:off x="8204200" y="863600"/>
            <a:ext cx="3124200" cy="4807326"/>
          </a:xfrm>
        </p:spPr>
        <p:txBody>
          <a:bodyPr vert="eaVert" rtlCol="0" anchor="ctr"/>
          <a:lstStyle>
            <a:lvl1pPr>
              <a:defRPr>
                <a:solidFill>
                  <a:srgbClr val="FFFFFF"/>
                </a:solidFill>
              </a:defRPr>
            </a:lvl1pPr>
          </a:lstStyle>
          <a:p>
            <a:pPr rtl="0"/>
            <a:r>
              <a:rPr lang="pt-BR"/>
              <a:t>Clique para editar o título Mestre</a:t>
            </a:r>
            <a:endParaRPr lang="en-US" dirty="0"/>
          </a:p>
        </p:txBody>
      </p:sp>
      <p:sp>
        <p:nvSpPr>
          <p:cNvPr id="3" name="Espaço reservado para texto vertical 2"/>
          <p:cNvSpPr>
            <a:spLocks noGrp="1"/>
          </p:cNvSpPr>
          <p:nvPr>
            <p:ph type="body" orient="vert" idx="1"/>
          </p:nvPr>
        </p:nvSpPr>
        <p:spPr>
          <a:xfrm>
            <a:off x="774923" y="863600"/>
            <a:ext cx="7161625" cy="4807326"/>
          </a:xfrm>
        </p:spPr>
        <p:txBody>
          <a:bodyPr vert="eaVert" rtlCol="0" anchor="t"/>
          <a:lstStyle/>
          <a:p>
            <a:pPr lvl="0" rtl="0"/>
            <a:r>
              <a:rPr lang="pt-BR"/>
              <a:t>Clique para editar os estilos de texto Mestres</a:t>
            </a:r>
          </a:p>
          <a:p>
            <a:pPr lvl="1" rtl="0"/>
            <a:r>
              <a:rPr lang="pt-BR"/>
              <a:t>Segundo nível</a:t>
            </a:r>
          </a:p>
          <a:p>
            <a:pPr lvl="2" rtl="0"/>
            <a:r>
              <a:rPr lang="pt-BR"/>
              <a:t>Terceiro nível</a:t>
            </a:r>
          </a:p>
          <a:p>
            <a:pPr lvl="3" rtl="0"/>
            <a:r>
              <a:rPr lang="pt-BR"/>
              <a:t>Quarto nível</a:t>
            </a:r>
          </a:p>
          <a:p>
            <a:pPr lvl="4" rtl="0"/>
            <a:r>
              <a:rPr lang="pt-BR"/>
              <a:t>Quinto nível</a:t>
            </a:r>
            <a:endParaRPr lang="en-US" dirty="0"/>
          </a:p>
        </p:txBody>
      </p:sp>
      <p:sp>
        <p:nvSpPr>
          <p:cNvPr id="8" name="Retângulo 7">
            <a:extLst>
              <a:ext uri="{FF2B5EF4-FFF2-40B4-BE49-F238E27FC236}">
                <a16:creationId xmlns:a16="http://schemas.microsoft.com/office/drawing/2014/main" id="{F6423B97-A5D4-47B9-8861-73B3707A04CF}"/>
              </a:ext>
            </a:extLst>
          </p:cNvPr>
          <p:cNvSpPr/>
          <p:nvPr/>
        </p:nvSpPr>
        <p:spPr>
          <a:xfrm>
            <a:off x="446534" y="457200"/>
            <a:ext cx="3703320" cy="94997"/>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tângulo 8">
            <a:extLst>
              <a:ext uri="{FF2B5EF4-FFF2-40B4-BE49-F238E27FC236}">
                <a16:creationId xmlns:a16="http://schemas.microsoft.com/office/drawing/2014/main" id="{1AEC0421-37B4-4481-A10D-69FDF5EC7909}"/>
              </a:ext>
            </a:extLst>
          </p:cNvPr>
          <p:cNvSpPr/>
          <p:nvPr/>
        </p:nvSpPr>
        <p:spPr>
          <a:xfrm>
            <a:off x="8042147" y="453643"/>
            <a:ext cx="3703320" cy="98554"/>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tângulo 9">
            <a:extLst>
              <a:ext uri="{FF2B5EF4-FFF2-40B4-BE49-F238E27FC236}">
                <a16:creationId xmlns:a16="http://schemas.microsoft.com/office/drawing/2014/main" id="{5F7265B5-9F97-4F1E-99E9-74F7B7E62337}"/>
              </a:ext>
            </a:extLst>
          </p:cNvPr>
          <p:cNvSpPr/>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Espaço Reservado para Data 10">
            <a:extLst>
              <a:ext uri="{FF2B5EF4-FFF2-40B4-BE49-F238E27FC236}">
                <a16:creationId xmlns:a16="http://schemas.microsoft.com/office/drawing/2014/main" id="{5C74A470-3BD3-4F33-80E5-67E6E87FCBE7}"/>
              </a:ext>
            </a:extLst>
          </p:cNvPr>
          <p:cNvSpPr>
            <a:spLocks noGrp="1"/>
          </p:cNvSpPr>
          <p:nvPr>
            <p:ph type="dt" sz="half" idx="10"/>
          </p:nvPr>
        </p:nvSpPr>
        <p:spPr/>
        <p:txBody>
          <a:bodyPr rtlCol="0"/>
          <a:lstStyle/>
          <a:p>
            <a:pPr rtl="0"/>
            <a:fld id="{7847CEE8-AA0B-431A-9FF7-33761A107460}" type="datetime1">
              <a:rPr lang="pt-BR" smtClean="0"/>
              <a:t>04/06/2026</a:t>
            </a:fld>
            <a:endParaRPr lang="en-US" dirty="0"/>
          </a:p>
        </p:txBody>
      </p:sp>
      <p:sp>
        <p:nvSpPr>
          <p:cNvPr id="12" name="Espaço Reservado para Rodapé 11">
            <a:extLst>
              <a:ext uri="{FF2B5EF4-FFF2-40B4-BE49-F238E27FC236}">
                <a16:creationId xmlns:a16="http://schemas.microsoft.com/office/drawing/2014/main" id="{9A3A30BA-DB50-4D7D-BCDE-17D20FB354DF}"/>
              </a:ext>
            </a:extLst>
          </p:cNvPr>
          <p:cNvSpPr>
            <a:spLocks noGrp="1"/>
          </p:cNvSpPr>
          <p:nvPr>
            <p:ph type="ftr" sz="quarter" idx="11"/>
          </p:nvPr>
        </p:nvSpPr>
        <p:spPr/>
        <p:txBody>
          <a:bodyPr rtlCol="0"/>
          <a:lstStyle/>
          <a:p>
            <a:pPr rtl="0"/>
            <a:endParaRPr lang="en-US" dirty="0"/>
          </a:p>
        </p:txBody>
      </p:sp>
      <p:sp>
        <p:nvSpPr>
          <p:cNvPr id="13" name="Espaço Reservado para o Número do Slide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rtlCol="0"/>
          <a:lstStyle/>
          <a:p>
            <a:pPr rtl="0"/>
            <a:fld id="{3A98EE3D-8CD1-4C3F-BD1C-C98C9596463C}" type="slidenum">
              <a:rPr lang="en-US" smtClean="0"/>
              <a:t>‹nº›</a:t>
            </a:fld>
            <a:endParaRPr lang="en-US" dirty="0"/>
          </a:p>
        </p:txBody>
      </p:sp>
    </p:spTree>
    <p:extLst>
      <p:ext uri="{BB962C8B-B14F-4D97-AF65-F5344CB8AC3E}">
        <p14:creationId xmlns:p14="http://schemas.microsoft.com/office/powerpoint/2010/main" val="33888496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pPr rtl="0"/>
            <a:r>
              <a:rPr lang="pt-br"/>
              <a:t>Clique para editar o estilo de título Mestre</a:t>
            </a:r>
            <a:endParaRPr lang="en-US" dirty="0"/>
          </a:p>
        </p:txBody>
      </p:sp>
      <p:sp>
        <p:nvSpPr>
          <p:cNvPr id="3" name="Espaço reservado para texto 2"/>
          <p:cNvSpPr>
            <a:spLocks noGrp="1"/>
          </p:cNvSpPr>
          <p:nvPr>
            <p:ph type="body" idx="1"/>
          </p:nvPr>
        </p:nvSpPr>
        <p:spPr>
          <a:xfrm>
            <a:off x="581192" y="2336002"/>
            <a:ext cx="11029616" cy="3652047"/>
          </a:xfrm>
          <a:prstGeom prst="rect">
            <a:avLst/>
          </a:prstGeom>
        </p:spPr>
        <p:txBody>
          <a:bodyPr vert="horz" lIns="91440" tIns="45720" rIns="91440" bIns="45720" rtlCol="0" anchor="ctr">
            <a:normAutofit/>
          </a:bodyPr>
          <a:lstStyle/>
          <a:p>
            <a:pPr lvl="0" rtl="0"/>
            <a:r>
              <a:rPr lang="pt-br"/>
              <a:t>Clique para editar o texto Mestre</a:t>
            </a:r>
          </a:p>
          <a:p>
            <a:pPr lvl="1" rtl="0"/>
            <a:r>
              <a:rPr lang="pt-br"/>
              <a:t>Segundo nível</a:t>
            </a:r>
          </a:p>
          <a:p>
            <a:pPr lvl="2" rtl="0"/>
            <a:r>
              <a:rPr lang="pt-br"/>
              <a:t>Terceiro nível</a:t>
            </a:r>
          </a:p>
          <a:p>
            <a:pPr lvl="3" rtl="0"/>
            <a:r>
              <a:rPr lang="pt-br"/>
              <a:t>Quarto nível</a:t>
            </a:r>
          </a:p>
          <a:p>
            <a:pPr lvl="4" rtl="0"/>
            <a:r>
              <a:rPr lang="pt-br"/>
              <a:t>Quinto nível</a:t>
            </a:r>
            <a:endParaRPr lang="en-US" dirty="0"/>
          </a:p>
        </p:txBody>
      </p:sp>
      <p:sp>
        <p:nvSpPr>
          <p:cNvPr id="4" name="Espaço Reservado para Data 3"/>
          <p:cNvSpPr>
            <a:spLocks noGrp="1"/>
          </p:cNvSpPr>
          <p:nvPr>
            <p:ph type="dt" sz="half" idx="2"/>
          </p:nvPr>
        </p:nvSpPr>
        <p:spPr>
          <a:xfrm>
            <a:off x="7605951" y="6423914"/>
            <a:ext cx="2844799" cy="365125"/>
          </a:xfrm>
          <a:prstGeom prst="rect">
            <a:avLst/>
          </a:prstGeom>
        </p:spPr>
        <p:txBody>
          <a:bodyPr vert="horz" lIns="91440" tIns="45720" rIns="91440" bIns="45720" rtlCol="0" anchor="ctr"/>
          <a:lstStyle>
            <a:lvl1pPr algn="r">
              <a:defRPr sz="900">
                <a:solidFill>
                  <a:schemeClr val="tx1">
                    <a:lumMod val="75000"/>
                    <a:lumOff val="25000"/>
                  </a:schemeClr>
                </a:solidFill>
              </a:defRPr>
            </a:lvl1pPr>
          </a:lstStyle>
          <a:p>
            <a:pPr rtl="0"/>
            <a:fld id="{A94EBBE9-24C9-4A60-8E3E-CB325E0328D9}" type="datetime1">
              <a:rPr lang="pt-BR" smtClean="0"/>
              <a:t>04/06/2026</a:t>
            </a:fld>
            <a:endParaRPr lang="en-US" dirty="0"/>
          </a:p>
        </p:txBody>
      </p:sp>
      <p:sp>
        <p:nvSpPr>
          <p:cNvPr id="5" name="Espaço Reservado para Rodapé 4"/>
          <p:cNvSpPr>
            <a:spLocks noGrp="1"/>
          </p:cNvSpPr>
          <p:nvPr>
            <p:ph type="ftr" sz="quarter" idx="3"/>
          </p:nvPr>
        </p:nvSpPr>
        <p:spPr>
          <a:xfrm>
            <a:off x="581192" y="6423914"/>
            <a:ext cx="6917210" cy="365125"/>
          </a:xfrm>
          <a:prstGeom prst="rect">
            <a:avLst/>
          </a:prstGeom>
        </p:spPr>
        <p:txBody>
          <a:bodyPr vert="horz" lIns="91440" tIns="45720" rIns="91440" bIns="45720" rtlCol="0" anchor="ctr"/>
          <a:lstStyle>
            <a:lvl1pPr algn="l">
              <a:defRPr sz="900" cap="all">
                <a:solidFill>
                  <a:schemeClr val="tx1">
                    <a:lumMod val="75000"/>
                    <a:lumOff val="25000"/>
                  </a:schemeClr>
                </a:solidFill>
              </a:defRPr>
            </a:lvl1pPr>
          </a:lstStyle>
          <a:p>
            <a:pPr rtl="0"/>
            <a:endParaRPr lang="en-US" dirty="0"/>
          </a:p>
        </p:txBody>
      </p:sp>
      <p:sp>
        <p:nvSpPr>
          <p:cNvPr id="6" name="Espaço Reservado para o Número do Slide 5"/>
          <p:cNvSpPr>
            <a:spLocks noGrp="1"/>
          </p:cNvSpPr>
          <p:nvPr>
            <p:ph type="sldNum" sz="quarter" idx="4"/>
          </p:nvPr>
        </p:nvSpPr>
        <p:spPr>
          <a:xfrm>
            <a:off x="10558300" y="6423914"/>
            <a:ext cx="1052510" cy="365125"/>
          </a:xfrm>
          <a:prstGeom prst="rect">
            <a:avLst/>
          </a:prstGeom>
        </p:spPr>
        <p:txBody>
          <a:bodyPr vert="horz" lIns="91440" tIns="45720" rIns="91440" bIns="45720" rtlCol="0" anchor="ctr"/>
          <a:lstStyle>
            <a:lvl1pPr algn="r">
              <a:defRPr sz="900">
                <a:solidFill>
                  <a:schemeClr val="tx1">
                    <a:lumMod val="75000"/>
                    <a:lumOff val="25000"/>
                  </a:schemeClr>
                </a:solidFill>
              </a:defRPr>
            </a:lvl1pPr>
          </a:lstStyle>
          <a:p>
            <a:pPr rtl="0"/>
            <a:fld id="{3A98EE3D-8CD1-4C3F-BD1C-C98C9596463C}" type="slidenum">
              <a:rPr lang="en-US" smtClean="0"/>
              <a:t>‹nº›</a:t>
            </a:fld>
            <a:endParaRPr lang="en-US" dirty="0"/>
          </a:p>
        </p:txBody>
      </p:sp>
      <p:sp>
        <p:nvSpPr>
          <p:cNvPr id="9" name="Retângulo 8"/>
          <p:cNvSpPr/>
          <p:nvPr/>
        </p:nvSpPr>
        <p:spPr>
          <a:xfrm>
            <a:off x="446534" y="457200"/>
            <a:ext cx="3703320" cy="9499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pt-BR"/>
          </a:p>
        </p:txBody>
      </p:sp>
      <p:sp>
        <p:nvSpPr>
          <p:cNvPr id="10" name="Retângulo 9"/>
          <p:cNvSpPr/>
          <p:nvPr/>
        </p:nvSpPr>
        <p:spPr>
          <a:xfrm>
            <a:off x="8042147" y="453643"/>
            <a:ext cx="3703320" cy="9855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pt-BR"/>
          </a:p>
        </p:txBody>
      </p:sp>
      <p:sp>
        <p:nvSpPr>
          <p:cNvPr id="11" name="Retângulo 10"/>
          <p:cNvSpPr/>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pt-BR"/>
          </a:p>
        </p:txBody>
      </p:sp>
    </p:spTree>
    <p:extLst>
      <p:ext uri="{BB962C8B-B14F-4D97-AF65-F5344CB8AC3E}">
        <p14:creationId xmlns:p14="http://schemas.microsoft.com/office/powerpoint/2010/main" val="3000897896"/>
      </p:ext>
    </p:extLst>
  </p:cSld>
  <p:clrMap bg1="lt1" tx1="dk1" bg2="lt2" tx2="dk2" accent1="accent1" accent2="accent2" accent3="accent3" accent4="accent4" accent5="accent5" accent6="accent6" hlink="hlink" folHlink="folHlink"/>
  <p:sldLayoutIdLst>
    <p:sldLayoutId id="2147483756" r:id="rId1"/>
    <p:sldLayoutId id="2147483757" r:id="rId2"/>
    <p:sldLayoutId id="2147483758" r:id="rId3"/>
    <p:sldLayoutId id="2147483759" r:id="rId4"/>
    <p:sldLayoutId id="2147483711" r:id="rId5"/>
    <p:sldLayoutId id="2147483760" r:id="rId6"/>
    <p:sldLayoutId id="2147483762" r:id="rId7"/>
    <p:sldLayoutId id="2147483706" r:id="rId8"/>
    <p:sldLayoutId id="2147483709" r:id="rId9"/>
    <p:sldLayoutId id="2147483707" r:id="rId10"/>
    <p:sldLayoutId id="2147483708" r:id="rId11"/>
  </p:sldLayoutIdLst>
  <p:hf hdr="0" dt="0"/>
  <p:txStyles>
    <p:title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lnSpc>
          <a:spcPct val="110000"/>
        </a:lnSpc>
        <a:spcBef>
          <a:spcPct val="20000"/>
        </a:spcBef>
        <a:spcAft>
          <a:spcPts val="600"/>
        </a:spcAft>
        <a:buClr>
          <a:schemeClr val="accent1"/>
        </a:buClr>
        <a:buSzPct val="92000"/>
        <a:buFont typeface="Wingdings 2" panose="05020102010507070707" pitchFamily="18" charset="2"/>
        <a:buChar char=""/>
        <a:defRPr sz="1700" kern="1200">
          <a:solidFill>
            <a:schemeClr val="tx1">
              <a:lumMod val="75000"/>
              <a:lumOff val="25000"/>
            </a:schemeClr>
          </a:solidFill>
          <a:latin typeface="+mn-lt"/>
          <a:ea typeface="+mn-ea"/>
          <a:cs typeface="+mn-cs"/>
        </a:defRPr>
      </a:lvl1pPr>
      <a:lvl2pPr marL="630000" indent="-306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400" kern="1200">
          <a:solidFill>
            <a:schemeClr val="tx1">
              <a:lumMod val="75000"/>
              <a:lumOff val="25000"/>
            </a:schemeClr>
          </a:solidFill>
          <a:latin typeface="+mn-lt"/>
          <a:ea typeface="+mn-ea"/>
          <a:cs typeface="+mn-cs"/>
        </a:defRPr>
      </a:lvl2pPr>
      <a:lvl3pPr marL="900000" indent="-270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300" kern="1200">
          <a:solidFill>
            <a:schemeClr val="tx1">
              <a:lumMod val="75000"/>
              <a:lumOff val="25000"/>
            </a:schemeClr>
          </a:solidFill>
          <a:latin typeface="+mn-lt"/>
          <a:ea typeface="+mn-ea"/>
          <a:cs typeface="+mn-cs"/>
        </a:defRPr>
      </a:lvl3pPr>
      <a:lvl4pPr marL="124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4pPr>
      <a:lvl5pPr marL="160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40.png"/><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50.png"/></Relationships>
</file>

<file path=ppt/slides/_rels/slide1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8" Type="http://schemas.microsoft.com/office/2007/relationships/diagramDrawing" Target="../diagrams/drawing2.xml"/><Relationship Id="rId3" Type="http://schemas.openxmlformats.org/officeDocument/2006/relationships/image" Target="../media/image18.png"/><Relationship Id="rId7" Type="http://schemas.openxmlformats.org/officeDocument/2006/relationships/diagramColors" Target="../diagrams/colors2.xml"/><Relationship Id="rId1" Type="http://schemas.openxmlformats.org/officeDocument/2006/relationships/slideLayout" Target="../slideLayouts/slideLayout2.xml"/><Relationship Id="rId6" Type="http://schemas.openxmlformats.org/officeDocument/2006/relationships/diagramQuickStyle" Target="../diagrams/quickStyle2.xml"/><Relationship Id="rId5" Type="http://schemas.openxmlformats.org/officeDocument/2006/relationships/diagramLayout" Target="../diagrams/layout2.xml"/><Relationship Id="rId4" Type="http://schemas.openxmlformats.org/officeDocument/2006/relationships/diagramData" Target="../diagrams/data2.xml"/></Relationships>
</file>

<file path=ppt/slides/_rels/slide2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9000"/>
            <a:lum/>
          </a:blip>
          <a:srcRect/>
          <a:stretch>
            <a:fillRect/>
          </a:stretch>
        </a:blipFill>
        <a:effectLst/>
      </p:bgPr>
    </p:bg>
    <p:spTree>
      <p:nvGrpSpPr>
        <p:cNvPr id="1" name=""/>
        <p:cNvGrpSpPr/>
        <p:nvPr/>
      </p:nvGrpSpPr>
      <p:grpSpPr>
        <a:xfrm>
          <a:off x="0" y="0"/>
          <a:ext cx="0" cy="0"/>
          <a:chOff x="0" y="0"/>
          <a:chExt cx="0" cy="0"/>
        </a:xfrm>
      </p:grpSpPr>
      <p:sp>
        <p:nvSpPr>
          <p:cNvPr id="6" name="Espaço Reservado para Número de Slide 5">
            <a:extLst>
              <a:ext uri="{FF2B5EF4-FFF2-40B4-BE49-F238E27FC236}">
                <a16:creationId xmlns:a16="http://schemas.microsoft.com/office/drawing/2014/main" id="{A5545136-9C6F-49EA-A1A8-596EA8B2F23E}"/>
              </a:ext>
            </a:extLst>
          </p:cNvPr>
          <p:cNvSpPr>
            <a:spLocks noGrp="1"/>
          </p:cNvSpPr>
          <p:nvPr>
            <p:ph type="sldNum" sz="quarter" idx="12"/>
          </p:nvPr>
        </p:nvSpPr>
        <p:spPr/>
        <p:txBody>
          <a:bodyPr/>
          <a:lstStyle/>
          <a:p>
            <a:pPr rtl="0"/>
            <a:fld id="{3A98EE3D-8CD1-4C3F-BD1C-C98C9596463C}" type="slidenum">
              <a:rPr lang="en-US" smtClean="0"/>
              <a:t>1</a:t>
            </a:fld>
            <a:r>
              <a:rPr lang="en-US" dirty="0"/>
              <a:t> / 29</a:t>
            </a:r>
          </a:p>
        </p:txBody>
      </p:sp>
      <p:sp>
        <p:nvSpPr>
          <p:cNvPr id="9" name="Título 1">
            <a:extLst>
              <a:ext uri="{FF2B5EF4-FFF2-40B4-BE49-F238E27FC236}">
                <a16:creationId xmlns:a16="http://schemas.microsoft.com/office/drawing/2014/main" id="{7ED80F09-8096-489B-BF61-91840FD5F26D}"/>
              </a:ext>
            </a:extLst>
          </p:cNvPr>
          <p:cNvSpPr txBox="1">
            <a:spLocks/>
          </p:cNvSpPr>
          <p:nvPr/>
        </p:nvSpPr>
        <p:spPr>
          <a:xfrm>
            <a:off x="599225" y="2691493"/>
            <a:ext cx="9832801" cy="1475013"/>
          </a:xfrm>
          <a:prstGeom prst="rect">
            <a:avLst/>
          </a:prstGeom>
        </p:spPr>
        <p:txBody>
          <a:bodyPr vert="horz" lIns="91440" tIns="45720" rIns="91440" bIns="45720" rtlCol="0" anchor="b">
            <a:normAutofit/>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pt-BR" b="1" dirty="0"/>
              <a:t>Previsão do Consumo Energético de Edifícios com Modelos de Aprendizado de Máquina: Um Estudo Comparativo com Engenharia de Recursos Expandida</a:t>
            </a:r>
            <a:endParaRPr lang="pt-BR" dirty="0"/>
          </a:p>
        </p:txBody>
      </p:sp>
      <p:sp>
        <p:nvSpPr>
          <p:cNvPr id="10" name="Subtítulo 2">
            <a:extLst>
              <a:ext uri="{FF2B5EF4-FFF2-40B4-BE49-F238E27FC236}">
                <a16:creationId xmlns:a16="http://schemas.microsoft.com/office/drawing/2014/main" id="{385A1994-5D53-491E-8F29-4F5B4D79FB36}"/>
              </a:ext>
            </a:extLst>
          </p:cNvPr>
          <p:cNvSpPr txBox="1">
            <a:spLocks/>
          </p:cNvSpPr>
          <p:nvPr/>
        </p:nvSpPr>
        <p:spPr>
          <a:xfrm>
            <a:off x="631999" y="4397076"/>
            <a:ext cx="10993546" cy="1009928"/>
          </a:xfrm>
          <a:prstGeom prst="rect">
            <a:avLst/>
          </a:prstGeom>
        </p:spPr>
        <p:txBody>
          <a:bodyPr vert="horz" lIns="91440" tIns="45720" rIns="91440" bIns="45720" rtlCol="0" anchor="ctr">
            <a:normAutofit/>
          </a:bodyPr>
          <a:lstStyle>
            <a:lvl1pPr marL="306000" indent="-306000" algn="l" defTabSz="457200" rtl="0" eaLnBrk="1" latinLnBrk="0" hangingPunct="1">
              <a:lnSpc>
                <a:spcPct val="110000"/>
              </a:lnSpc>
              <a:spcBef>
                <a:spcPct val="20000"/>
              </a:spcBef>
              <a:spcAft>
                <a:spcPts val="600"/>
              </a:spcAft>
              <a:buClr>
                <a:schemeClr val="accent1"/>
              </a:buClr>
              <a:buSzPct val="92000"/>
              <a:buFont typeface="Wingdings 2" panose="05020102010507070707" pitchFamily="18" charset="2"/>
              <a:buChar char=""/>
              <a:defRPr sz="1700" kern="1200">
                <a:solidFill>
                  <a:schemeClr val="tx1">
                    <a:lumMod val="75000"/>
                    <a:lumOff val="25000"/>
                  </a:schemeClr>
                </a:solidFill>
                <a:latin typeface="+mn-lt"/>
                <a:ea typeface="+mn-ea"/>
                <a:cs typeface="+mn-cs"/>
              </a:defRPr>
            </a:lvl1pPr>
            <a:lvl2pPr marL="630000" indent="-306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400" kern="1200">
                <a:solidFill>
                  <a:schemeClr val="tx1">
                    <a:lumMod val="75000"/>
                    <a:lumOff val="25000"/>
                  </a:schemeClr>
                </a:solidFill>
                <a:latin typeface="+mn-lt"/>
                <a:ea typeface="+mn-ea"/>
                <a:cs typeface="+mn-cs"/>
              </a:defRPr>
            </a:lvl2pPr>
            <a:lvl3pPr marL="900000" indent="-270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300" kern="1200">
                <a:solidFill>
                  <a:schemeClr val="tx1">
                    <a:lumMod val="75000"/>
                    <a:lumOff val="25000"/>
                  </a:schemeClr>
                </a:solidFill>
                <a:latin typeface="+mn-lt"/>
                <a:ea typeface="+mn-ea"/>
                <a:cs typeface="+mn-cs"/>
              </a:defRPr>
            </a:lvl3pPr>
            <a:lvl4pPr marL="124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4pPr>
            <a:lvl5pPr marL="160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buNone/>
            </a:pPr>
            <a:r>
              <a:rPr lang="pt-BR" sz="1600" cap="all" dirty="0">
                <a:solidFill>
                  <a:schemeClr val="accent1"/>
                </a:solidFill>
              </a:rPr>
              <a:t>Aluno: Evandro COELHO</a:t>
            </a:r>
          </a:p>
        </p:txBody>
      </p:sp>
      <p:sp>
        <p:nvSpPr>
          <p:cNvPr id="2" name="CaixaDeTexto 1">
            <a:extLst>
              <a:ext uri="{FF2B5EF4-FFF2-40B4-BE49-F238E27FC236}">
                <a16:creationId xmlns:a16="http://schemas.microsoft.com/office/drawing/2014/main" id="{623D6F6E-0739-4E34-B693-0FBBA81EAA15}"/>
              </a:ext>
            </a:extLst>
          </p:cNvPr>
          <p:cNvSpPr txBox="1"/>
          <p:nvPr/>
        </p:nvSpPr>
        <p:spPr>
          <a:xfrm>
            <a:off x="2599369" y="1520771"/>
            <a:ext cx="6993255" cy="1107996"/>
          </a:xfrm>
          <a:prstGeom prst="rect">
            <a:avLst/>
          </a:prstGeom>
          <a:noFill/>
        </p:spPr>
        <p:txBody>
          <a:bodyPr wrap="square" rtlCol="0">
            <a:spAutoFit/>
          </a:bodyPr>
          <a:lstStyle/>
          <a:p>
            <a:pPr algn="ctr"/>
            <a:r>
              <a:rPr lang="pt-BR" sz="2200" dirty="0">
                <a:solidFill>
                  <a:schemeClr val="tx1">
                    <a:lumMod val="75000"/>
                    <a:lumOff val="25000"/>
                  </a:schemeClr>
                </a:solidFill>
              </a:rPr>
              <a:t>Trabalho de Conclusão de Curso de Engenharia Elétrica</a:t>
            </a:r>
          </a:p>
          <a:p>
            <a:pPr algn="ctr"/>
            <a:r>
              <a:rPr lang="pt-BR" sz="2200" dirty="0">
                <a:solidFill>
                  <a:schemeClr val="tx1">
                    <a:lumMod val="75000"/>
                    <a:lumOff val="25000"/>
                  </a:schemeClr>
                </a:solidFill>
              </a:rPr>
              <a:t>Pós-graduação Lato Sensu em Ciência de Dados e Big Data</a:t>
            </a:r>
          </a:p>
        </p:txBody>
      </p:sp>
    </p:spTree>
    <p:extLst>
      <p:ext uri="{BB962C8B-B14F-4D97-AF65-F5344CB8AC3E}">
        <p14:creationId xmlns:p14="http://schemas.microsoft.com/office/powerpoint/2010/main" val="23321337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D872C6C-3E07-4AC6-B68D-9AFE69A9DDB5}"/>
              </a:ext>
            </a:extLst>
          </p:cNvPr>
          <p:cNvSpPr>
            <a:spLocks noGrp="1"/>
          </p:cNvSpPr>
          <p:nvPr>
            <p:ph type="title"/>
          </p:nvPr>
        </p:nvSpPr>
        <p:spPr/>
        <p:txBody>
          <a:bodyPr/>
          <a:lstStyle/>
          <a:p>
            <a:r>
              <a:rPr lang="pt-BR" dirty="0"/>
              <a:t>SUMÁRIO</a:t>
            </a:r>
          </a:p>
        </p:txBody>
      </p:sp>
      <p:sp>
        <p:nvSpPr>
          <p:cNvPr id="3" name="Espaço Reservado para Conteúdo 2">
            <a:extLst>
              <a:ext uri="{FF2B5EF4-FFF2-40B4-BE49-F238E27FC236}">
                <a16:creationId xmlns:a16="http://schemas.microsoft.com/office/drawing/2014/main" id="{E1647ED6-C6B8-46F3-976C-6B7EECBA62C5}"/>
              </a:ext>
            </a:extLst>
          </p:cNvPr>
          <p:cNvSpPr>
            <a:spLocks noGrp="1"/>
          </p:cNvSpPr>
          <p:nvPr>
            <p:ph idx="1"/>
          </p:nvPr>
        </p:nvSpPr>
        <p:spPr/>
        <p:txBody>
          <a:bodyPr>
            <a:normAutofit fontScale="85000" lnSpcReduction="20000"/>
          </a:bodyPr>
          <a:lstStyle/>
          <a:p>
            <a:r>
              <a:rPr lang="pt-BR" sz="2600" dirty="0"/>
              <a:t>Introdução;</a:t>
            </a:r>
          </a:p>
          <a:p>
            <a:r>
              <a:rPr lang="pt-BR" sz="2600" dirty="0"/>
              <a:t>Consumo Energético;</a:t>
            </a:r>
          </a:p>
          <a:p>
            <a:r>
              <a:rPr lang="pt-BR" sz="2600" dirty="0"/>
              <a:t>Gestão de Faturas;</a:t>
            </a:r>
          </a:p>
          <a:p>
            <a:r>
              <a:rPr lang="pt-BR" sz="2600" dirty="0"/>
              <a:t>Previsão de Dados;</a:t>
            </a:r>
          </a:p>
          <a:p>
            <a:r>
              <a:rPr lang="pt-BR" sz="2600" dirty="0"/>
              <a:t>Redes Neurais Artificiais;</a:t>
            </a:r>
          </a:p>
          <a:p>
            <a:r>
              <a:rPr lang="pt-BR" sz="2600" dirty="0"/>
              <a:t>Metodologia;</a:t>
            </a:r>
          </a:p>
          <a:p>
            <a:r>
              <a:rPr lang="pt-BR" sz="2600" dirty="0"/>
              <a:t>Resultados;</a:t>
            </a:r>
          </a:p>
          <a:p>
            <a:r>
              <a:rPr lang="pt-BR" sz="2600" dirty="0"/>
              <a:t>Conclusões.</a:t>
            </a:r>
          </a:p>
          <a:p>
            <a:endParaRPr lang="pt-BR" dirty="0"/>
          </a:p>
        </p:txBody>
      </p:sp>
      <p:sp>
        <p:nvSpPr>
          <p:cNvPr id="6" name="Espaço Reservado para Número de Slide 5">
            <a:extLst>
              <a:ext uri="{FF2B5EF4-FFF2-40B4-BE49-F238E27FC236}">
                <a16:creationId xmlns:a16="http://schemas.microsoft.com/office/drawing/2014/main" id="{A5545136-9C6F-49EA-A1A8-596EA8B2F23E}"/>
              </a:ext>
            </a:extLst>
          </p:cNvPr>
          <p:cNvSpPr>
            <a:spLocks noGrp="1"/>
          </p:cNvSpPr>
          <p:nvPr>
            <p:ph type="sldNum" sz="quarter" idx="12"/>
          </p:nvPr>
        </p:nvSpPr>
        <p:spPr/>
        <p:txBody>
          <a:bodyPr/>
          <a:lstStyle/>
          <a:p>
            <a:pPr rtl="0"/>
            <a:fld id="{3A98EE3D-8CD1-4C3F-BD1C-C98C9596463C}" type="slidenum">
              <a:rPr lang="en-US" smtClean="0"/>
              <a:t>2</a:t>
            </a:fld>
            <a:r>
              <a:rPr lang="en-US" dirty="0"/>
              <a:t> / 29</a:t>
            </a:r>
          </a:p>
        </p:txBody>
      </p:sp>
      <p:sp>
        <p:nvSpPr>
          <p:cNvPr id="4" name="Espaço Reservado para Rodapé 3">
            <a:extLst>
              <a:ext uri="{FF2B5EF4-FFF2-40B4-BE49-F238E27FC236}">
                <a16:creationId xmlns:a16="http://schemas.microsoft.com/office/drawing/2014/main" id="{C556F221-032C-439E-A5D2-D7AAA67DCF9F}"/>
              </a:ext>
            </a:extLst>
          </p:cNvPr>
          <p:cNvSpPr>
            <a:spLocks noGrp="1"/>
          </p:cNvSpPr>
          <p:nvPr>
            <p:ph type="ftr" sz="quarter" idx="11"/>
          </p:nvPr>
        </p:nvSpPr>
        <p:spPr/>
        <p:txBody>
          <a:bodyPr/>
          <a:lstStyle/>
          <a:p>
            <a:r>
              <a:rPr lang="en-US" dirty="0"/>
              <a:t>SUMÁRIO – </a:t>
            </a:r>
            <a:r>
              <a:rPr lang="en-US" dirty="0" err="1"/>
              <a:t>trabalho</a:t>
            </a:r>
            <a:r>
              <a:rPr lang="en-US" dirty="0"/>
              <a:t> de </a:t>
            </a:r>
            <a:r>
              <a:rPr lang="en-US" dirty="0" err="1"/>
              <a:t>conclusão</a:t>
            </a:r>
            <a:r>
              <a:rPr lang="en-US" dirty="0"/>
              <a:t> de </a:t>
            </a:r>
            <a:r>
              <a:rPr lang="en-US" dirty="0" err="1"/>
              <a:t>curso</a:t>
            </a:r>
            <a:r>
              <a:rPr lang="en-US" dirty="0"/>
              <a:t> – Evandro </a:t>
            </a:r>
            <a:r>
              <a:rPr lang="en-US" dirty="0" err="1"/>
              <a:t>coelho</a:t>
            </a:r>
            <a:endParaRPr lang="en-US" dirty="0"/>
          </a:p>
        </p:txBody>
      </p:sp>
    </p:spTree>
    <p:extLst>
      <p:ext uri="{BB962C8B-B14F-4D97-AF65-F5344CB8AC3E}">
        <p14:creationId xmlns:p14="http://schemas.microsoft.com/office/powerpoint/2010/main" val="37201627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D872C6C-3E07-4AC6-B68D-9AFE69A9DDB5}"/>
              </a:ext>
            </a:extLst>
          </p:cNvPr>
          <p:cNvSpPr>
            <a:spLocks noGrp="1"/>
          </p:cNvSpPr>
          <p:nvPr>
            <p:ph type="title"/>
          </p:nvPr>
        </p:nvSpPr>
        <p:spPr/>
        <p:txBody>
          <a:bodyPr/>
          <a:lstStyle/>
          <a:p>
            <a:r>
              <a:rPr lang="pt-BR" dirty="0"/>
              <a:t>Introdução</a:t>
            </a:r>
          </a:p>
        </p:txBody>
      </p:sp>
      <p:sp>
        <p:nvSpPr>
          <p:cNvPr id="3" name="Espaço Reservado para Conteúdo 2">
            <a:extLst>
              <a:ext uri="{FF2B5EF4-FFF2-40B4-BE49-F238E27FC236}">
                <a16:creationId xmlns:a16="http://schemas.microsoft.com/office/drawing/2014/main" id="{E1647ED6-C6B8-46F3-976C-6B7EECBA62C5}"/>
              </a:ext>
            </a:extLst>
          </p:cNvPr>
          <p:cNvSpPr>
            <a:spLocks noGrp="1"/>
          </p:cNvSpPr>
          <p:nvPr>
            <p:ph idx="1"/>
          </p:nvPr>
        </p:nvSpPr>
        <p:spPr/>
        <p:txBody>
          <a:bodyPr>
            <a:normAutofit/>
          </a:bodyPr>
          <a:lstStyle/>
          <a:p>
            <a:pPr algn="just"/>
            <a:r>
              <a:rPr lang="pt-BR" sz="2200" dirty="0"/>
              <a:t>No âmbito do consumo energético em prédios públicos, existe a necessidade do registro estruturado dos gastos de energia para controle interno;</a:t>
            </a:r>
          </a:p>
          <a:p>
            <a:pPr algn="just"/>
            <a:r>
              <a:rPr lang="pt-BR" sz="2200" dirty="0"/>
              <a:t>A previsão de curto prazo auxilia na gestão das faturas e no devido ateste do serviço prestado;</a:t>
            </a:r>
          </a:p>
          <a:p>
            <a:pPr algn="just"/>
            <a:r>
              <a:rPr lang="pt-BR" sz="2200" dirty="0"/>
              <a:t>Essa pesquisa se propõe realizar um estudo de </a:t>
            </a:r>
            <a:r>
              <a:rPr lang="pt-BR" sz="2200" b="1" dirty="0"/>
              <a:t>previsão de dados de energia </a:t>
            </a:r>
            <a:r>
              <a:rPr lang="pt-BR" sz="2200" dirty="0"/>
              <a:t>no setor público, além de uma revisão bibliográfica da área.</a:t>
            </a:r>
          </a:p>
        </p:txBody>
      </p:sp>
      <p:sp>
        <p:nvSpPr>
          <p:cNvPr id="6" name="Espaço Reservado para Número de Slide 5">
            <a:extLst>
              <a:ext uri="{FF2B5EF4-FFF2-40B4-BE49-F238E27FC236}">
                <a16:creationId xmlns:a16="http://schemas.microsoft.com/office/drawing/2014/main" id="{A5545136-9C6F-49EA-A1A8-596EA8B2F23E}"/>
              </a:ext>
            </a:extLst>
          </p:cNvPr>
          <p:cNvSpPr>
            <a:spLocks noGrp="1"/>
          </p:cNvSpPr>
          <p:nvPr>
            <p:ph type="sldNum" sz="quarter" idx="12"/>
          </p:nvPr>
        </p:nvSpPr>
        <p:spPr/>
        <p:txBody>
          <a:bodyPr/>
          <a:lstStyle/>
          <a:p>
            <a:pPr rtl="0"/>
            <a:fld id="{3A98EE3D-8CD1-4C3F-BD1C-C98C9596463C}" type="slidenum">
              <a:rPr lang="en-US" smtClean="0"/>
              <a:t>3</a:t>
            </a:fld>
            <a:r>
              <a:rPr lang="en-US" dirty="0"/>
              <a:t> / 29</a:t>
            </a:r>
          </a:p>
        </p:txBody>
      </p:sp>
      <p:sp>
        <p:nvSpPr>
          <p:cNvPr id="4" name="Espaço Reservado para Rodapé 3">
            <a:extLst>
              <a:ext uri="{FF2B5EF4-FFF2-40B4-BE49-F238E27FC236}">
                <a16:creationId xmlns:a16="http://schemas.microsoft.com/office/drawing/2014/main" id="{FDC5B300-E2FE-4CC8-9BCE-1D49A324CB38}"/>
              </a:ext>
            </a:extLst>
          </p:cNvPr>
          <p:cNvSpPr>
            <a:spLocks noGrp="1"/>
          </p:cNvSpPr>
          <p:nvPr>
            <p:ph type="ftr" sz="quarter" idx="11"/>
          </p:nvPr>
        </p:nvSpPr>
        <p:spPr/>
        <p:txBody>
          <a:bodyPr/>
          <a:lstStyle/>
          <a:p>
            <a:r>
              <a:rPr lang="en-US" dirty="0"/>
              <a:t>INTRODUÇÃO – </a:t>
            </a:r>
            <a:r>
              <a:rPr lang="en-US" dirty="0" err="1"/>
              <a:t>trabalho</a:t>
            </a:r>
            <a:r>
              <a:rPr lang="en-US" dirty="0"/>
              <a:t> de </a:t>
            </a:r>
            <a:r>
              <a:rPr lang="en-US" dirty="0" err="1"/>
              <a:t>conclusão</a:t>
            </a:r>
            <a:r>
              <a:rPr lang="en-US" dirty="0"/>
              <a:t> de </a:t>
            </a:r>
            <a:r>
              <a:rPr lang="en-US" dirty="0" err="1"/>
              <a:t>curso</a:t>
            </a:r>
            <a:r>
              <a:rPr lang="en-US" dirty="0"/>
              <a:t> – Evandro </a:t>
            </a:r>
            <a:r>
              <a:rPr lang="en-US" dirty="0" err="1"/>
              <a:t>coelho</a:t>
            </a:r>
            <a:endParaRPr lang="en-US" dirty="0"/>
          </a:p>
        </p:txBody>
      </p:sp>
    </p:spTree>
    <p:extLst>
      <p:ext uri="{BB962C8B-B14F-4D97-AF65-F5344CB8AC3E}">
        <p14:creationId xmlns:p14="http://schemas.microsoft.com/office/powerpoint/2010/main" val="6250269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D872C6C-3E07-4AC6-B68D-9AFE69A9DDB5}"/>
              </a:ext>
            </a:extLst>
          </p:cNvPr>
          <p:cNvSpPr>
            <a:spLocks noGrp="1"/>
          </p:cNvSpPr>
          <p:nvPr>
            <p:ph type="title"/>
          </p:nvPr>
        </p:nvSpPr>
        <p:spPr/>
        <p:txBody>
          <a:bodyPr/>
          <a:lstStyle/>
          <a:p>
            <a:r>
              <a:rPr lang="pt-BR" dirty="0"/>
              <a:t>Consumo energético</a:t>
            </a:r>
          </a:p>
        </p:txBody>
      </p:sp>
      <p:sp>
        <p:nvSpPr>
          <p:cNvPr id="3" name="Espaço Reservado para Conteúdo 2">
            <a:extLst>
              <a:ext uri="{FF2B5EF4-FFF2-40B4-BE49-F238E27FC236}">
                <a16:creationId xmlns:a16="http://schemas.microsoft.com/office/drawing/2014/main" id="{E1647ED6-C6B8-46F3-976C-6B7EECBA62C5}"/>
              </a:ext>
            </a:extLst>
          </p:cNvPr>
          <p:cNvSpPr>
            <a:spLocks noGrp="1"/>
          </p:cNvSpPr>
          <p:nvPr>
            <p:ph idx="1"/>
          </p:nvPr>
        </p:nvSpPr>
        <p:spPr/>
        <p:txBody>
          <a:bodyPr>
            <a:normAutofit/>
          </a:bodyPr>
          <a:lstStyle/>
          <a:p>
            <a:pPr algn="just"/>
            <a:r>
              <a:rPr lang="pt-BR" sz="2200" dirty="0"/>
              <a:t>“Os projetos de eficiência energética, em geral, atuam em primeiro momento na substituição de equipamentos ineficientes” (PROCEL, 2020);</a:t>
            </a:r>
          </a:p>
          <a:p>
            <a:pPr algn="just"/>
            <a:r>
              <a:rPr lang="pt-BR" sz="2200" dirty="0"/>
              <a:t>Em segundo momento, existem estudos de migração de tarifas (Gonçalves, 2012);</a:t>
            </a:r>
          </a:p>
          <a:p>
            <a:pPr algn="just"/>
            <a:r>
              <a:rPr lang="pt-BR" sz="2200" dirty="0"/>
              <a:t>A maior parte do uso de energia em edifícios públicos está concentrado em iluminação e climatização (PROCEL, 2020);</a:t>
            </a:r>
          </a:p>
          <a:p>
            <a:pPr algn="just"/>
            <a:r>
              <a:rPr lang="pt-BR" sz="2200" dirty="0"/>
              <a:t>A devida análise de faturas auxilia a elaboração de políticas internas e revisão de contratos (d’Albuquerque, Silva, &amp; Gomes, 2017).</a:t>
            </a:r>
          </a:p>
        </p:txBody>
      </p:sp>
      <p:sp>
        <p:nvSpPr>
          <p:cNvPr id="6" name="Espaço Reservado para Número de Slide 5">
            <a:extLst>
              <a:ext uri="{FF2B5EF4-FFF2-40B4-BE49-F238E27FC236}">
                <a16:creationId xmlns:a16="http://schemas.microsoft.com/office/drawing/2014/main" id="{A5545136-9C6F-49EA-A1A8-596EA8B2F23E}"/>
              </a:ext>
            </a:extLst>
          </p:cNvPr>
          <p:cNvSpPr>
            <a:spLocks noGrp="1"/>
          </p:cNvSpPr>
          <p:nvPr>
            <p:ph type="sldNum" sz="quarter" idx="12"/>
          </p:nvPr>
        </p:nvSpPr>
        <p:spPr/>
        <p:txBody>
          <a:bodyPr/>
          <a:lstStyle/>
          <a:p>
            <a:pPr rtl="0"/>
            <a:fld id="{3A98EE3D-8CD1-4C3F-BD1C-C98C9596463C}" type="slidenum">
              <a:rPr lang="en-US" smtClean="0"/>
              <a:t>4</a:t>
            </a:fld>
            <a:r>
              <a:rPr lang="en-US" dirty="0"/>
              <a:t> / 29</a:t>
            </a:r>
          </a:p>
        </p:txBody>
      </p:sp>
      <p:sp>
        <p:nvSpPr>
          <p:cNvPr id="4" name="Espaço Reservado para Rodapé 3">
            <a:extLst>
              <a:ext uri="{FF2B5EF4-FFF2-40B4-BE49-F238E27FC236}">
                <a16:creationId xmlns:a16="http://schemas.microsoft.com/office/drawing/2014/main" id="{DFF8F544-E1AE-4F8D-8A62-595BE19C9792}"/>
              </a:ext>
            </a:extLst>
          </p:cNvPr>
          <p:cNvSpPr>
            <a:spLocks noGrp="1"/>
          </p:cNvSpPr>
          <p:nvPr>
            <p:ph type="ftr" sz="quarter" idx="11"/>
          </p:nvPr>
        </p:nvSpPr>
        <p:spPr/>
        <p:txBody>
          <a:bodyPr/>
          <a:lstStyle/>
          <a:p>
            <a:pPr rtl="0"/>
            <a:r>
              <a:rPr lang="en-US" dirty="0" err="1"/>
              <a:t>Referencial</a:t>
            </a:r>
            <a:r>
              <a:rPr lang="en-US" dirty="0"/>
              <a:t> </a:t>
            </a:r>
            <a:r>
              <a:rPr lang="en-US" dirty="0" err="1"/>
              <a:t>teórico</a:t>
            </a:r>
            <a:r>
              <a:rPr lang="en-US" dirty="0"/>
              <a:t> – </a:t>
            </a:r>
            <a:r>
              <a:rPr lang="en-US" dirty="0" err="1"/>
              <a:t>trabalho</a:t>
            </a:r>
            <a:r>
              <a:rPr lang="en-US" dirty="0"/>
              <a:t> de </a:t>
            </a:r>
            <a:r>
              <a:rPr lang="en-US" dirty="0" err="1"/>
              <a:t>conclusão</a:t>
            </a:r>
            <a:r>
              <a:rPr lang="en-US" dirty="0"/>
              <a:t> de </a:t>
            </a:r>
            <a:r>
              <a:rPr lang="en-US" dirty="0" err="1"/>
              <a:t>curso</a:t>
            </a:r>
            <a:r>
              <a:rPr lang="en-US" dirty="0"/>
              <a:t> – Evandro </a:t>
            </a:r>
            <a:r>
              <a:rPr lang="en-US" dirty="0" err="1"/>
              <a:t>coelho</a:t>
            </a:r>
            <a:endParaRPr lang="en-US" dirty="0"/>
          </a:p>
        </p:txBody>
      </p:sp>
    </p:spTree>
    <p:extLst>
      <p:ext uri="{BB962C8B-B14F-4D97-AF65-F5344CB8AC3E}">
        <p14:creationId xmlns:p14="http://schemas.microsoft.com/office/powerpoint/2010/main" val="202643755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D872C6C-3E07-4AC6-B68D-9AFE69A9DDB5}"/>
              </a:ext>
            </a:extLst>
          </p:cNvPr>
          <p:cNvSpPr>
            <a:spLocks noGrp="1"/>
          </p:cNvSpPr>
          <p:nvPr>
            <p:ph type="title"/>
          </p:nvPr>
        </p:nvSpPr>
        <p:spPr/>
        <p:txBody>
          <a:bodyPr/>
          <a:lstStyle/>
          <a:p>
            <a:r>
              <a:rPr lang="pt-BR" dirty="0"/>
              <a:t>Gestão de faturas</a:t>
            </a:r>
          </a:p>
        </p:txBody>
      </p:sp>
      <p:sp>
        <p:nvSpPr>
          <p:cNvPr id="3" name="Espaço Reservado para Conteúdo 2">
            <a:extLst>
              <a:ext uri="{FF2B5EF4-FFF2-40B4-BE49-F238E27FC236}">
                <a16:creationId xmlns:a16="http://schemas.microsoft.com/office/drawing/2014/main" id="{E1647ED6-C6B8-46F3-976C-6B7EECBA62C5}"/>
              </a:ext>
            </a:extLst>
          </p:cNvPr>
          <p:cNvSpPr>
            <a:spLocks noGrp="1"/>
          </p:cNvSpPr>
          <p:nvPr>
            <p:ph idx="1"/>
          </p:nvPr>
        </p:nvSpPr>
        <p:spPr>
          <a:xfrm>
            <a:off x="581193" y="2340864"/>
            <a:ext cx="11029615" cy="3634486"/>
          </a:xfrm>
        </p:spPr>
        <p:txBody>
          <a:bodyPr>
            <a:normAutofit/>
          </a:bodyPr>
          <a:lstStyle/>
          <a:p>
            <a:pPr algn="just"/>
            <a:r>
              <a:rPr lang="pt-BR" sz="2400" dirty="0"/>
              <a:t>As contas de energia deverão conter dados de </a:t>
            </a:r>
            <a:r>
              <a:rPr lang="pt-BR" sz="2400" b="1" dirty="0"/>
              <a:t>leitura de medidor</a:t>
            </a:r>
            <a:r>
              <a:rPr lang="pt-BR" sz="2400" dirty="0"/>
              <a:t>, </a:t>
            </a:r>
            <a:r>
              <a:rPr lang="pt-BR" sz="2400" b="1" dirty="0"/>
              <a:t>valor total a pagar </a:t>
            </a:r>
            <a:r>
              <a:rPr lang="pt-BR" sz="2400" dirty="0"/>
              <a:t>e </a:t>
            </a:r>
            <a:r>
              <a:rPr lang="pt-BR" sz="2400" b="1" dirty="0"/>
              <a:t>histórico de consumo de cada mês </a:t>
            </a:r>
            <a:r>
              <a:rPr lang="pt-BR" sz="2400" dirty="0"/>
              <a:t>(ANEEL, 2012);</a:t>
            </a:r>
          </a:p>
          <a:p>
            <a:pPr algn="just"/>
            <a:r>
              <a:rPr lang="pt-BR" sz="2400" dirty="0"/>
              <a:t>O fiscal do contrato público fica responsável pela unidade consumidora e atesta o consumo de todas as instalações (Costa, 2020);</a:t>
            </a:r>
          </a:p>
        </p:txBody>
      </p:sp>
      <p:sp>
        <p:nvSpPr>
          <p:cNvPr id="6" name="Espaço Reservado para Número de Slide 5">
            <a:extLst>
              <a:ext uri="{FF2B5EF4-FFF2-40B4-BE49-F238E27FC236}">
                <a16:creationId xmlns:a16="http://schemas.microsoft.com/office/drawing/2014/main" id="{A5545136-9C6F-49EA-A1A8-596EA8B2F23E}"/>
              </a:ext>
            </a:extLst>
          </p:cNvPr>
          <p:cNvSpPr>
            <a:spLocks noGrp="1"/>
          </p:cNvSpPr>
          <p:nvPr>
            <p:ph type="sldNum" sz="quarter" idx="12"/>
          </p:nvPr>
        </p:nvSpPr>
        <p:spPr/>
        <p:txBody>
          <a:bodyPr/>
          <a:lstStyle/>
          <a:p>
            <a:pPr rtl="0"/>
            <a:fld id="{3A98EE3D-8CD1-4C3F-BD1C-C98C9596463C}" type="slidenum">
              <a:rPr lang="en-US" smtClean="0"/>
              <a:t>5</a:t>
            </a:fld>
            <a:r>
              <a:rPr lang="en-US" dirty="0"/>
              <a:t> / 29</a:t>
            </a:r>
          </a:p>
        </p:txBody>
      </p:sp>
      <p:sp>
        <p:nvSpPr>
          <p:cNvPr id="4" name="Espaço Reservado para Rodapé 3">
            <a:extLst>
              <a:ext uri="{FF2B5EF4-FFF2-40B4-BE49-F238E27FC236}">
                <a16:creationId xmlns:a16="http://schemas.microsoft.com/office/drawing/2014/main" id="{5B3CEA00-7A58-479A-9B5F-951F0597C4C9}"/>
              </a:ext>
            </a:extLst>
          </p:cNvPr>
          <p:cNvSpPr>
            <a:spLocks noGrp="1"/>
          </p:cNvSpPr>
          <p:nvPr>
            <p:ph type="ftr" sz="quarter" idx="11"/>
          </p:nvPr>
        </p:nvSpPr>
        <p:spPr/>
        <p:txBody>
          <a:bodyPr/>
          <a:lstStyle/>
          <a:p>
            <a:r>
              <a:rPr lang="en-US" dirty="0" err="1"/>
              <a:t>Referencial</a:t>
            </a:r>
            <a:r>
              <a:rPr lang="en-US" dirty="0"/>
              <a:t> </a:t>
            </a:r>
            <a:r>
              <a:rPr lang="en-US" dirty="0" err="1"/>
              <a:t>teórico</a:t>
            </a:r>
            <a:r>
              <a:rPr lang="en-US" dirty="0"/>
              <a:t> – </a:t>
            </a:r>
            <a:r>
              <a:rPr lang="en-US" dirty="0" err="1"/>
              <a:t>trabalho</a:t>
            </a:r>
            <a:r>
              <a:rPr lang="en-US" dirty="0"/>
              <a:t> de </a:t>
            </a:r>
            <a:r>
              <a:rPr lang="en-US" dirty="0" err="1"/>
              <a:t>conclusão</a:t>
            </a:r>
            <a:r>
              <a:rPr lang="en-US" dirty="0"/>
              <a:t> de </a:t>
            </a:r>
            <a:r>
              <a:rPr lang="en-US" dirty="0" err="1"/>
              <a:t>curso</a:t>
            </a:r>
            <a:r>
              <a:rPr lang="en-US" dirty="0"/>
              <a:t> – Evandro </a:t>
            </a:r>
            <a:r>
              <a:rPr lang="en-US" dirty="0" err="1"/>
              <a:t>coelho</a:t>
            </a:r>
            <a:endParaRPr lang="en-US" dirty="0"/>
          </a:p>
        </p:txBody>
      </p:sp>
    </p:spTree>
    <p:extLst>
      <p:ext uri="{BB962C8B-B14F-4D97-AF65-F5344CB8AC3E}">
        <p14:creationId xmlns:p14="http://schemas.microsoft.com/office/powerpoint/2010/main" val="7944573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D872C6C-3E07-4AC6-B68D-9AFE69A9DDB5}"/>
              </a:ext>
            </a:extLst>
          </p:cNvPr>
          <p:cNvSpPr>
            <a:spLocks noGrp="1"/>
          </p:cNvSpPr>
          <p:nvPr>
            <p:ph type="title"/>
          </p:nvPr>
        </p:nvSpPr>
        <p:spPr/>
        <p:txBody>
          <a:bodyPr/>
          <a:lstStyle/>
          <a:p>
            <a:r>
              <a:rPr lang="pt-BR" dirty="0"/>
              <a:t>Gestão de faturas</a:t>
            </a:r>
          </a:p>
        </p:txBody>
      </p:sp>
      <p:sp>
        <p:nvSpPr>
          <p:cNvPr id="3" name="Espaço Reservado para Conteúdo 2">
            <a:extLst>
              <a:ext uri="{FF2B5EF4-FFF2-40B4-BE49-F238E27FC236}">
                <a16:creationId xmlns:a16="http://schemas.microsoft.com/office/drawing/2014/main" id="{E1647ED6-C6B8-46F3-976C-6B7EECBA62C5}"/>
              </a:ext>
            </a:extLst>
          </p:cNvPr>
          <p:cNvSpPr>
            <a:spLocks noGrp="1"/>
          </p:cNvSpPr>
          <p:nvPr>
            <p:ph idx="1"/>
          </p:nvPr>
        </p:nvSpPr>
        <p:spPr>
          <a:xfrm>
            <a:off x="581193" y="2340864"/>
            <a:ext cx="7278951" cy="3814980"/>
          </a:xfrm>
        </p:spPr>
        <p:txBody>
          <a:bodyPr>
            <a:normAutofit/>
          </a:bodyPr>
          <a:lstStyle/>
          <a:p>
            <a:pPr algn="just"/>
            <a:r>
              <a:rPr lang="pt-BR" sz="2400" dirty="0"/>
              <a:t>Uma unidade consumidora (prédio) é composta </a:t>
            </a:r>
            <a:r>
              <a:rPr lang="pt-BR" sz="2400" b="1" dirty="0"/>
              <a:t>mais de uma </a:t>
            </a:r>
            <a:r>
              <a:rPr lang="pt-BR" sz="2400" dirty="0"/>
              <a:t>instalação elétrica que gera </a:t>
            </a:r>
            <a:r>
              <a:rPr lang="pt-BR" sz="2400" b="1" dirty="0"/>
              <a:t>faturas mensais</a:t>
            </a:r>
            <a:r>
              <a:rPr lang="pt-BR" sz="2400" dirty="0"/>
              <a:t>;</a:t>
            </a:r>
          </a:p>
          <a:p>
            <a:pPr algn="just"/>
            <a:r>
              <a:rPr lang="pt-BR" sz="2400" dirty="0"/>
              <a:t>Metodologia para verificar o consumo pode auxiliar nas análises e dar subsídios para o gestor público.</a:t>
            </a:r>
          </a:p>
        </p:txBody>
      </p:sp>
      <p:sp>
        <p:nvSpPr>
          <p:cNvPr id="6" name="Espaço Reservado para Número de Slide 5">
            <a:extLst>
              <a:ext uri="{FF2B5EF4-FFF2-40B4-BE49-F238E27FC236}">
                <a16:creationId xmlns:a16="http://schemas.microsoft.com/office/drawing/2014/main" id="{A5545136-9C6F-49EA-A1A8-596EA8B2F23E}"/>
              </a:ext>
            </a:extLst>
          </p:cNvPr>
          <p:cNvSpPr>
            <a:spLocks noGrp="1"/>
          </p:cNvSpPr>
          <p:nvPr>
            <p:ph type="sldNum" sz="quarter" idx="12"/>
          </p:nvPr>
        </p:nvSpPr>
        <p:spPr/>
        <p:txBody>
          <a:bodyPr/>
          <a:lstStyle/>
          <a:p>
            <a:pPr rtl="0"/>
            <a:fld id="{3A98EE3D-8CD1-4C3F-BD1C-C98C9596463C}" type="slidenum">
              <a:rPr lang="en-US" smtClean="0"/>
              <a:t>6</a:t>
            </a:fld>
            <a:r>
              <a:rPr lang="en-US" dirty="0"/>
              <a:t> / 29</a:t>
            </a:r>
          </a:p>
        </p:txBody>
      </p:sp>
      <p:sp>
        <p:nvSpPr>
          <p:cNvPr id="4" name="Espaço Reservado para Rodapé 3">
            <a:extLst>
              <a:ext uri="{FF2B5EF4-FFF2-40B4-BE49-F238E27FC236}">
                <a16:creationId xmlns:a16="http://schemas.microsoft.com/office/drawing/2014/main" id="{5B3CEA00-7A58-479A-9B5F-951F0597C4C9}"/>
              </a:ext>
            </a:extLst>
          </p:cNvPr>
          <p:cNvSpPr>
            <a:spLocks noGrp="1"/>
          </p:cNvSpPr>
          <p:nvPr>
            <p:ph type="ftr" sz="quarter" idx="11"/>
          </p:nvPr>
        </p:nvSpPr>
        <p:spPr/>
        <p:txBody>
          <a:bodyPr/>
          <a:lstStyle/>
          <a:p>
            <a:r>
              <a:rPr lang="en-US" dirty="0" err="1"/>
              <a:t>Referencial</a:t>
            </a:r>
            <a:r>
              <a:rPr lang="en-US" dirty="0"/>
              <a:t> </a:t>
            </a:r>
            <a:r>
              <a:rPr lang="en-US" dirty="0" err="1"/>
              <a:t>teórico</a:t>
            </a:r>
            <a:r>
              <a:rPr lang="en-US" dirty="0"/>
              <a:t> – </a:t>
            </a:r>
            <a:r>
              <a:rPr lang="en-US" dirty="0" err="1"/>
              <a:t>trabalho</a:t>
            </a:r>
            <a:r>
              <a:rPr lang="en-US" dirty="0"/>
              <a:t> de </a:t>
            </a:r>
            <a:r>
              <a:rPr lang="en-US" dirty="0" err="1"/>
              <a:t>conclusão</a:t>
            </a:r>
            <a:r>
              <a:rPr lang="en-US" dirty="0"/>
              <a:t> de </a:t>
            </a:r>
            <a:r>
              <a:rPr lang="en-US" dirty="0" err="1"/>
              <a:t>curso</a:t>
            </a:r>
            <a:r>
              <a:rPr lang="en-US" dirty="0"/>
              <a:t> – Evandro </a:t>
            </a:r>
            <a:r>
              <a:rPr lang="en-US" dirty="0" err="1"/>
              <a:t>coelho</a:t>
            </a:r>
            <a:endParaRPr lang="en-US" dirty="0"/>
          </a:p>
        </p:txBody>
      </p:sp>
      <p:pic>
        <p:nvPicPr>
          <p:cNvPr id="10" name="Imagem 9">
            <a:extLst>
              <a:ext uri="{FF2B5EF4-FFF2-40B4-BE49-F238E27FC236}">
                <a16:creationId xmlns:a16="http://schemas.microsoft.com/office/drawing/2014/main" id="{82B3783B-0A66-40A2-A4A3-BFC19B8845D5}"/>
              </a:ext>
            </a:extLst>
          </p:cNvPr>
          <p:cNvPicPr>
            <a:picLocks noChangeAspect="1"/>
          </p:cNvPicPr>
          <p:nvPr/>
        </p:nvPicPr>
        <p:blipFill rotWithShape="1">
          <a:blip r:embed="rId2"/>
          <a:srcRect l="15793" r="14388"/>
          <a:stretch/>
        </p:blipFill>
        <p:spPr>
          <a:xfrm>
            <a:off x="8201063" y="2700762"/>
            <a:ext cx="3409743" cy="2913266"/>
          </a:xfrm>
          <a:prstGeom prst="rect">
            <a:avLst/>
          </a:prstGeom>
        </p:spPr>
      </p:pic>
    </p:spTree>
    <p:extLst>
      <p:ext uri="{BB962C8B-B14F-4D97-AF65-F5344CB8AC3E}">
        <p14:creationId xmlns:p14="http://schemas.microsoft.com/office/powerpoint/2010/main" val="25431670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D872C6C-3E07-4AC6-B68D-9AFE69A9DDB5}"/>
              </a:ext>
            </a:extLst>
          </p:cNvPr>
          <p:cNvSpPr>
            <a:spLocks noGrp="1"/>
          </p:cNvSpPr>
          <p:nvPr>
            <p:ph type="title"/>
          </p:nvPr>
        </p:nvSpPr>
        <p:spPr/>
        <p:txBody>
          <a:bodyPr/>
          <a:lstStyle/>
          <a:p>
            <a:r>
              <a:rPr lang="pt-BR" dirty="0"/>
              <a:t>Previsão de dados</a:t>
            </a:r>
          </a:p>
        </p:txBody>
      </p:sp>
      <p:sp>
        <p:nvSpPr>
          <p:cNvPr id="3" name="Espaço Reservado para Conteúdo 2">
            <a:extLst>
              <a:ext uri="{FF2B5EF4-FFF2-40B4-BE49-F238E27FC236}">
                <a16:creationId xmlns:a16="http://schemas.microsoft.com/office/drawing/2014/main" id="{E1647ED6-C6B8-46F3-976C-6B7EECBA62C5}"/>
              </a:ext>
            </a:extLst>
          </p:cNvPr>
          <p:cNvSpPr>
            <a:spLocks noGrp="1"/>
          </p:cNvSpPr>
          <p:nvPr>
            <p:ph idx="1"/>
          </p:nvPr>
        </p:nvSpPr>
        <p:spPr>
          <a:xfrm>
            <a:off x="581193" y="2340864"/>
            <a:ext cx="11029614" cy="1963166"/>
          </a:xfrm>
        </p:spPr>
        <p:txBody>
          <a:bodyPr>
            <a:normAutofit/>
          </a:bodyPr>
          <a:lstStyle/>
          <a:p>
            <a:pPr algn="just"/>
            <a:r>
              <a:rPr lang="pt-BR" sz="2200" dirty="0"/>
              <a:t>Modelos </a:t>
            </a:r>
            <a:r>
              <a:rPr lang="pt-BR" sz="2200" i="1" dirty="0"/>
              <a:t>Black-box</a:t>
            </a:r>
            <a:r>
              <a:rPr lang="pt-BR" sz="2200" dirty="0"/>
              <a:t>, foram considerados de alta precisão (Zhao em </a:t>
            </a:r>
            <a:r>
              <a:rPr lang="pt-BR" sz="2200" dirty="0" err="1"/>
              <a:t>Magoulès</a:t>
            </a:r>
            <a:r>
              <a:rPr lang="pt-BR" sz="2200" dirty="0"/>
              <a:t>, 2012); </a:t>
            </a:r>
          </a:p>
          <a:p>
            <a:pPr algn="just"/>
            <a:r>
              <a:rPr lang="pt-BR" sz="2200" dirty="0"/>
              <a:t>Esses modelos estão associados ao conceito de </a:t>
            </a:r>
            <a:r>
              <a:rPr lang="pt-BR" sz="2200" i="1" dirty="0"/>
              <a:t>aprendizado de máquina.</a:t>
            </a:r>
            <a:endParaRPr lang="pt-BR" sz="2200" dirty="0"/>
          </a:p>
          <a:p>
            <a:endParaRPr lang="pt-BR" dirty="0"/>
          </a:p>
        </p:txBody>
      </p:sp>
      <p:sp>
        <p:nvSpPr>
          <p:cNvPr id="6" name="Espaço Reservado para Número de Slide 5">
            <a:extLst>
              <a:ext uri="{FF2B5EF4-FFF2-40B4-BE49-F238E27FC236}">
                <a16:creationId xmlns:a16="http://schemas.microsoft.com/office/drawing/2014/main" id="{A5545136-9C6F-49EA-A1A8-596EA8B2F23E}"/>
              </a:ext>
            </a:extLst>
          </p:cNvPr>
          <p:cNvSpPr>
            <a:spLocks noGrp="1"/>
          </p:cNvSpPr>
          <p:nvPr>
            <p:ph type="sldNum" sz="quarter" idx="12"/>
          </p:nvPr>
        </p:nvSpPr>
        <p:spPr/>
        <p:txBody>
          <a:bodyPr/>
          <a:lstStyle/>
          <a:p>
            <a:pPr rtl="0"/>
            <a:fld id="{3A98EE3D-8CD1-4C3F-BD1C-C98C9596463C}" type="slidenum">
              <a:rPr lang="en-US" smtClean="0"/>
              <a:t>7</a:t>
            </a:fld>
            <a:r>
              <a:rPr lang="en-US" dirty="0"/>
              <a:t> / 29</a:t>
            </a:r>
          </a:p>
        </p:txBody>
      </p:sp>
      <p:sp>
        <p:nvSpPr>
          <p:cNvPr id="4" name="Espaço Reservado para Rodapé 3">
            <a:extLst>
              <a:ext uri="{FF2B5EF4-FFF2-40B4-BE49-F238E27FC236}">
                <a16:creationId xmlns:a16="http://schemas.microsoft.com/office/drawing/2014/main" id="{98ADD59D-66D0-425F-9F99-B2F7E635774E}"/>
              </a:ext>
            </a:extLst>
          </p:cNvPr>
          <p:cNvSpPr>
            <a:spLocks noGrp="1"/>
          </p:cNvSpPr>
          <p:nvPr>
            <p:ph type="ftr" sz="quarter" idx="11"/>
          </p:nvPr>
        </p:nvSpPr>
        <p:spPr/>
        <p:txBody>
          <a:bodyPr/>
          <a:lstStyle/>
          <a:p>
            <a:r>
              <a:rPr lang="en-US" dirty="0" err="1"/>
              <a:t>Referencial</a:t>
            </a:r>
            <a:r>
              <a:rPr lang="en-US" dirty="0"/>
              <a:t> </a:t>
            </a:r>
            <a:r>
              <a:rPr lang="en-US" dirty="0" err="1"/>
              <a:t>teórico</a:t>
            </a:r>
            <a:r>
              <a:rPr lang="en-US" dirty="0"/>
              <a:t> – </a:t>
            </a:r>
            <a:r>
              <a:rPr lang="en-US" dirty="0" err="1"/>
              <a:t>trabalho</a:t>
            </a:r>
            <a:r>
              <a:rPr lang="en-US" dirty="0"/>
              <a:t> de </a:t>
            </a:r>
            <a:r>
              <a:rPr lang="en-US" dirty="0" err="1"/>
              <a:t>conclusão</a:t>
            </a:r>
            <a:r>
              <a:rPr lang="en-US" dirty="0"/>
              <a:t> de </a:t>
            </a:r>
            <a:r>
              <a:rPr lang="en-US" dirty="0" err="1"/>
              <a:t>curso</a:t>
            </a:r>
            <a:r>
              <a:rPr lang="en-US" dirty="0"/>
              <a:t> – Evandro </a:t>
            </a:r>
            <a:r>
              <a:rPr lang="en-US" dirty="0" err="1"/>
              <a:t>coelho</a:t>
            </a:r>
            <a:endParaRPr lang="en-US" dirty="0"/>
          </a:p>
        </p:txBody>
      </p:sp>
      <p:pic>
        <p:nvPicPr>
          <p:cNvPr id="11" name="Imagem 10">
            <a:extLst>
              <a:ext uri="{FF2B5EF4-FFF2-40B4-BE49-F238E27FC236}">
                <a16:creationId xmlns:a16="http://schemas.microsoft.com/office/drawing/2014/main" id="{1A1C7535-060B-4A51-A957-3A8D675726B6}"/>
              </a:ext>
            </a:extLst>
          </p:cNvPr>
          <p:cNvPicPr>
            <a:picLocks noChangeAspect="1"/>
          </p:cNvPicPr>
          <p:nvPr/>
        </p:nvPicPr>
        <p:blipFill rotWithShape="1">
          <a:blip r:embed="rId2"/>
          <a:srcRect t="1796" b="3139"/>
          <a:stretch/>
        </p:blipFill>
        <p:spPr>
          <a:xfrm>
            <a:off x="3306857" y="4010759"/>
            <a:ext cx="5578286" cy="1926755"/>
          </a:xfrm>
          <a:prstGeom prst="rect">
            <a:avLst/>
          </a:prstGeom>
        </p:spPr>
      </p:pic>
    </p:spTree>
    <p:extLst>
      <p:ext uri="{BB962C8B-B14F-4D97-AF65-F5344CB8AC3E}">
        <p14:creationId xmlns:p14="http://schemas.microsoft.com/office/powerpoint/2010/main" val="153414482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D872C6C-3E07-4AC6-B68D-9AFE69A9DDB5}"/>
              </a:ext>
            </a:extLst>
          </p:cNvPr>
          <p:cNvSpPr>
            <a:spLocks noGrp="1"/>
          </p:cNvSpPr>
          <p:nvPr>
            <p:ph type="title"/>
          </p:nvPr>
        </p:nvSpPr>
        <p:spPr/>
        <p:txBody>
          <a:bodyPr/>
          <a:lstStyle/>
          <a:p>
            <a:r>
              <a:rPr lang="pt-BR" dirty="0"/>
              <a:t>Previsão de dados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E1647ED6-C6B8-46F3-976C-6B7EECBA62C5}"/>
                  </a:ext>
                </a:extLst>
              </p:cNvPr>
              <p:cNvSpPr>
                <a:spLocks noGrp="1"/>
              </p:cNvSpPr>
              <p:nvPr>
                <p:ph idx="1"/>
              </p:nvPr>
            </p:nvSpPr>
            <p:spPr>
              <a:xfrm>
                <a:off x="581193" y="2340864"/>
                <a:ext cx="11276316" cy="3634486"/>
              </a:xfrm>
            </p:spPr>
            <p:txBody>
              <a:bodyPr>
                <a:normAutofit/>
              </a:bodyPr>
              <a:lstStyle/>
              <a:p>
                <a:pPr algn="just"/>
                <a:r>
                  <a:rPr lang="pt-BR" sz="2400" dirty="0"/>
                  <a:t>Modelos já empregados para Previsão de Energia em Prédios: </a:t>
                </a:r>
              </a:p>
              <a:p>
                <a:pPr lvl="1" algn="just"/>
                <a:r>
                  <a:rPr lang="pt-BR" sz="1600" dirty="0"/>
                  <a:t>Redes Neurais Artificias (ANN), Máquina de Vetores de Suporte (SVM), Regressões Estatísticas e Clusters (Wei et al, 2017);</a:t>
                </a:r>
              </a:p>
              <a:p>
                <a:pPr algn="just"/>
                <a:r>
                  <a:rPr lang="pt-BR" sz="2400" dirty="0"/>
                  <a:t>Modelo neural empregado para modelagem da curva de energia.</a:t>
                </a:r>
              </a:p>
              <a:p>
                <a:pPr lvl="1" algn="just"/>
                <a:r>
                  <a:rPr lang="pt-BR" sz="1600" dirty="0"/>
                  <a:t>Recursos de entrada:  Dados históricos de energia, com temperatura, radiação solar e população</a:t>
                </a:r>
              </a:p>
              <a:p>
                <a:pPr lvl="1" algn="just"/>
                <a14:m>
                  <m:oMath xmlns:m="http://schemas.openxmlformats.org/officeDocument/2006/math">
                    <m:sSup>
                      <m:sSupPr>
                        <m:ctrlPr>
                          <a:rPr lang="pt-BR" sz="1600" i="1">
                            <a:latin typeface="Cambria Math" panose="02040503050406030204" pitchFamily="18" charset="0"/>
                          </a:rPr>
                        </m:ctrlPr>
                      </m:sSupPr>
                      <m:e>
                        <m:r>
                          <a:rPr lang="pt-BR" sz="1600">
                            <a:latin typeface="Cambria Math" panose="02040503050406030204" pitchFamily="18" charset="0"/>
                          </a:rPr>
                          <m:t>𝑅</m:t>
                        </m:r>
                      </m:e>
                      <m:sup>
                        <m:r>
                          <a:rPr lang="pt-BR" sz="1600">
                            <a:latin typeface="Cambria Math" panose="02040503050406030204" pitchFamily="18" charset="0"/>
                          </a:rPr>
                          <m:t>2</m:t>
                        </m:r>
                      </m:sup>
                    </m:sSup>
                    <m:r>
                      <a:rPr lang="pt-BR" sz="1600">
                        <a:latin typeface="Cambria Math" panose="02040503050406030204" pitchFamily="18" charset="0"/>
                      </a:rPr>
                      <m:t>=0,81</m:t>
                    </m:r>
                  </m:oMath>
                </a14:m>
                <a:r>
                  <a:rPr lang="pt-BR" sz="1600" dirty="0"/>
                  <a:t> (Deb et al, 2017).</a:t>
                </a:r>
              </a:p>
              <a:p>
                <a:endParaRPr lang="pt-BR" dirty="0"/>
              </a:p>
            </p:txBody>
          </p:sp>
        </mc:Choice>
        <mc:Fallback xmlns="">
          <p:sp>
            <p:nvSpPr>
              <p:cNvPr id="3" name="Espaço Reservado para Conteúdo 2">
                <a:extLst>
                  <a:ext uri="{FF2B5EF4-FFF2-40B4-BE49-F238E27FC236}">
                    <a16:creationId xmlns:a16="http://schemas.microsoft.com/office/drawing/2014/main" id="{E1647ED6-C6B8-46F3-976C-6B7EECBA62C5}"/>
                  </a:ext>
                </a:extLst>
              </p:cNvPr>
              <p:cNvSpPr>
                <a:spLocks noGrp="1" noRot="1" noChangeAspect="1" noMove="1" noResize="1" noEditPoints="1" noAdjustHandles="1" noChangeArrowheads="1" noChangeShapeType="1" noTextEdit="1"/>
              </p:cNvSpPr>
              <p:nvPr>
                <p:ph idx="1"/>
              </p:nvPr>
            </p:nvSpPr>
            <p:spPr>
              <a:xfrm>
                <a:off x="581193" y="2340864"/>
                <a:ext cx="11276316" cy="3634486"/>
              </a:xfrm>
              <a:blipFill>
                <a:blip r:embed="rId2"/>
                <a:stretch>
                  <a:fillRect l="-541" r="-324"/>
                </a:stretch>
              </a:blipFill>
            </p:spPr>
            <p:txBody>
              <a:bodyPr/>
              <a:lstStyle/>
              <a:p>
                <a:r>
                  <a:rPr lang="pt-BR">
                    <a:noFill/>
                  </a:rPr>
                  <a:t> </a:t>
                </a:r>
              </a:p>
            </p:txBody>
          </p:sp>
        </mc:Fallback>
      </mc:AlternateContent>
      <p:sp>
        <p:nvSpPr>
          <p:cNvPr id="6" name="Espaço Reservado para Número de Slide 5">
            <a:extLst>
              <a:ext uri="{FF2B5EF4-FFF2-40B4-BE49-F238E27FC236}">
                <a16:creationId xmlns:a16="http://schemas.microsoft.com/office/drawing/2014/main" id="{A5545136-9C6F-49EA-A1A8-596EA8B2F23E}"/>
              </a:ext>
            </a:extLst>
          </p:cNvPr>
          <p:cNvSpPr>
            <a:spLocks noGrp="1"/>
          </p:cNvSpPr>
          <p:nvPr>
            <p:ph type="sldNum" sz="quarter" idx="12"/>
          </p:nvPr>
        </p:nvSpPr>
        <p:spPr/>
        <p:txBody>
          <a:bodyPr/>
          <a:lstStyle/>
          <a:p>
            <a:pPr rtl="0"/>
            <a:fld id="{3A98EE3D-8CD1-4C3F-BD1C-C98C9596463C}" type="slidenum">
              <a:rPr lang="en-US" smtClean="0"/>
              <a:t>8</a:t>
            </a:fld>
            <a:r>
              <a:rPr lang="en-US" dirty="0"/>
              <a:t> / 29</a:t>
            </a:r>
          </a:p>
        </p:txBody>
      </p:sp>
      <p:sp>
        <p:nvSpPr>
          <p:cNvPr id="4" name="Espaço Reservado para Rodapé 3">
            <a:extLst>
              <a:ext uri="{FF2B5EF4-FFF2-40B4-BE49-F238E27FC236}">
                <a16:creationId xmlns:a16="http://schemas.microsoft.com/office/drawing/2014/main" id="{98ADD59D-66D0-425F-9F99-B2F7E635774E}"/>
              </a:ext>
            </a:extLst>
          </p:cNvPr>
          <p:cNvSpPr>
            <a:spLocks noGrp="1"/>
          </p:cNvSpPr>
          <p:nvPr>
            <p:ph type="ftr" sz="quarter" idx="11"/>
          </p:nvPr>
        </p:nvSpPr>
        <p:spPr/>
        <p:txBody>
          <a:bodyPr/>
          <a:lstStyle/>
          <a:p>
            <a:r>
              <a:rPr lang="en-US" dirty="0" err="1"/>
              <a:t>Referencial</a:t>
            </a:r>
            <a:r>
              <a:rPr lang="en-US" dirty="0"/>
              <a:t> </a:t>
            </a:r>
            <a:r>
              <a:rPr lang="en-US" dirty="0" err="1"/>
              <a:t>teórico</a:t>
            </a:r>
            <a:r>
              <a:rPr lang="en-US" dirty="0"/>
              <a:t> – </a:t>
            </a:r>
            <a:r>
              <a:rPr lang="en-US" dirty="0" err="1"/>
              <a:t>trabalho</a:t>
            </a:r>
            <a:r>
              <a:rPr lang="en-US" dirty="0"/>
              <a:t> de </a:t>
            </a:r>
            <a:r>
              <a:rPr lang="en-US" dirty="0" err="1"/>
              <a:t>conclusão</a:t>
            </a:r>
            <a:r>
              <a:rPr lang="en-US" dirty="0"/>
              <a:t> de </a:t>
            </a:r>
            <a:r>
              <a:rPr lang="en-US" dirty="0" err="1"/>
              <a:t>curso</a:t>
            </a:r>
            <a:r>
              <a:rPr lang="en-US" dirty="0"/>
              <a:t> – Evandro </a:t>
            </a:r>
            <a:r>
              <a:rPr lang="en-US" dirty="0" err="1"/>
              <a:t>coelho</a:t>
            </a:r>
            <a:endParaRPr lang="en-US" dirty="0"/>
          </a:p>
        </p:txBody>
      </p:sp>
    </p:spTree>
    <p:extLst>
      <p:ext uri="{BB962C8B-B14F-4D97-AF65-F5344CB8AC3E}">
        <p14:creationId xmlns:p14="http://schemas.microsoft.com/office/powerpoint/2010/main" val="22786933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D872C6C-3E07-4AC6-B68D-9AFE69A9DDB5}"/>
              </a:ext>
            </a:extLst>
          </p:cNvPr>
          <p:cNvSpPr>
            <a:spLocks noGrp="1"/>
          </p:cNvSpPr>
          <p:nvPr>
            <p:ph type="title"/>
          </p:nvPr>
        </p:nvSpPr>
        <p:spPr/>
        <p:txBody>
          <a:bodyPr/>
          <a:lstStyle/>
          <a:p>
            <a:r>
              <a:rPr lang="pt-BR" dirty="0"/>
              <a:t>Redes neurais artificiais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E1647ED6-C6B8-46F3-976C-6B7EECBA62C5}"/>
                  </a:ext>
                </a:extLst>
              </p:cNvPr>
              <p:cNvSpPr>
                <a:spLocks noGrp="1"/>
              </p:cNvSpPr>
              <p:nvPr>
                <p:ph idx="1"/>
              </p:nvPr>
            </p:nvSpPr>
            <p:spPr>
              <a:xfrm>
                <a:off x="7183055" y="4420993"/>
                <a:ext cx="4230952" cy="1188721"/>
              </a:xfrm>
            </p:spPr>
            <p:txBody>
              <a:bodyPr>
                <a:normAutofit fontScale="85000" lnSpcReduction="10000"/>
              </a:bodyPr>
              <a:lstStyle/>
              <a:p>
                <a:pPr marL="0" indent="0">
                  <a:buNone/>
                </a:pPr>
                <a14:m>
                  <m:oMathPara xmlns:m="http://schemas.openxmlformats.org/officeDocument/2006/math">
                    <m:oMathParaPr>
                      <m:jc m:val="centerGroup"/>
                    </m:oMathParaPr>
                    <m:oMath xmlns:m="http://schemas.openxmlformats.org/officeDocument/2006/math">
                      <m:sSub>
                        <m:sSubPr>
                          <m:ctrlPr>
                            <a:rPr lang="pt-BR" sz="1800" i="1" smtClean="0">
                              <a:effectLst/>
                              <a:latin typeface="Cambria Math" panose="02040503050406030204" pitchFamily="18" charset="0"/>
                              <a:ea typeface="Times New Roman" panose="02020603050405020304" pitchFamily="18" charset="0"/>
                            </a:rPr>
                          </m:ctrlPr>
                        </m:sSubPr>
                        <m:e>
                          <m:r>
                            <a:rPr lang="pt-BR" sz="1800" i="1">
                              <a:effectLst/>
                              <a:latin typeface="Cambria Math" panose="02040503050406030204" pitchFamily="18" charset="0"/>
                              <a:ea typeface="Times New Roman" panose="02020603050405020304" pitchFamily="18" charset="0"/>
                              <a:cs typeface="Times New Roman" panose="02020603050405020304" pitchFamily="18" charset="0"/>
                            </a:rPr>
                            <m:t>𝑦</m:t>
                          </m:r>
                        </m:e>
                        <m:sub>
                          <m:r>
                            <a:rPr lang="pt-BR" sz="1800" i="1">
                              <a:effectLst/>
                              <a:latin typeface="Cambria Math" panose="02040503050406030204" pitchFamily="18" charset="0"/>
                              <a:ea typeface="Times New Roman" panose="02020603050405020304" pitchFamily="18" charset="0"/>
                              <a:cs typeface="Times New Roman" panose="02020603050405020304" pitchFamily="18" charset="0"/>
                            </a:rPr>
                            <m:t>𝑖</m:t>
                          </m:r>
                        </m:sub>
                      </m:sSub>
                      <m:r>
                        <a:rPr lang="pt-BR" sz="1800" i="1">
                          <a:effectLst/>
                          <a:latin typeface="Cambria Math" panose="02040503050406030204" pitchFamily="18" charset="0"/>
                          <a:ea typeface="Times New Roman" panose="02020603050405020304" pitchFamily="18" charset="0"/>
                          <a:cs typeface="Times New Roman" panose="02020603050405020304" pitchFamily="18" charset="0"/>
                        </a:rPr>
                        <m:t>=</m:t>
                      </m:r>
                      <m:nary>
                        <m:naryPr>
                          <m:chr m:val="∑"/>
                          <m:limLoc m:val="undOvr"/>
                          <m:ctrlPr>
                            <a:rPr lang="pt-BR" sz="1800" i="1">
                              <a:effectLst/>
                              <a:latin typeface="Cambria Math" panose="02040503050406030204" pitchFamily="18" charset="0"/>
                              <a:ea typeface="Times New Roman" panose="02020603050405020304" pitchFamily="18" charset="0"/>
                            </a:rPr>
                          </m:ctrlPr>
                        </m:naryPr>
                        <m:sub>
                          <m:r>
                            <a:rPr lang="pt-BR" sz="1800" i="1">
                              <a:effectLst/>
                              <a:latin typeface="Cambria Math" panose="02040503050406030204" pitchFamily="18" charset="0"/>
                              <a:ea typeface="Times New Roman" panose="02020603050405020304" pitchFamily="18" charset="0"/>
                              <a:cs typeface="Times New Roman" panose="02020603050405020304" pitchFamily="18" charset="0"/>
                            </a:rPr>
                            <m:t>𝑖</m:t>
                          </m:r>
                          <m:r>
                            <a:rPr lang="pt-BR" sz="1800" i="1">
                              <a:effectLst/>
                              <a:latin typeface="Cambria Math" panose="02040503050406030204" pitchFamily="18" charset="0"/>
                              <a:ea typeface="Times New Roman" panose="02020603050405020304" pitchFamily="18" charset="0"/>
                              <a:cs typeface="Times New Roman" panose="02020603050405020304" pitchFamily="18" charset="0"/>
                            </a:rPr>
                            <m:t>=1</m:t>
                          </m:r>
                        </m:sub>
                        <m:sup>
                          <m:r>
                            <a:rPr lang="pt-BR" sz="1800" i="1">
                              <a:effectLst/>
                              <a:latin typeface="Cambria Math" panose="02040503050406030204" pitchFamily="18" charset="0"/>
                              <a:ea typeface="Times New Roman" panose="02020603050405020304" pitchFamily="18" charset="0"/>
                              <a:cs typeface="Times New Roman" panose="02020603050405020304" pitchFamily="18" charset="0"/>
                            </a:rPr>
                            <m:t>𝑛</m:t>
                          </m:r>
                        </m:sup>
                        <m:e>
                          <m:sSub>
                            <m:sSubPr>
                              <m:ctrlPr>
                                <a:rPr lang="pt-BR" sz="1800" i="1">
                                  <a:effectLst/>
                                  <a:latin typeface="Cambria Math" panose="02040503050406030204" pitchFamily="18" charset="0"/>
                                </a:rPr>
                              </m:ctrlPr>
                            </m:sSubPr>
                            <m:e>
                              <m:r>
                                <a:rPr lang="pt-BR" sz="1800" i="1">
                                  <a:effectLst/>
                                  <a:latin typeface="Cambria Math" panose="02040503050406030204" pitchFamily="18" charset="0"/>
                                  <a:ea typeface="Times New Roman" panose="02020603050405020304" pitchFamily="18" charset="0"/>
                                  <a:cs typeface="Times New Roman" panose="02020603050405020304" pitchFamily="18" charset="0"/>
                                </a:rPr>
                                <m:t>(</m:t>
                              </m:r>
                              <m:r>
                                <a:rPr lang="pt-BR" sz="1800" i="1">
                                  <a:effectLst/>
                                  <a:latin typeface="Cambria Math" panose="02040503050406030204" pitchFamily="18" charset="0"/>
                                  <a:ea typeface="Times New Roman" panose="02020603050405020304" pitchFamily="18" charset="0"/>
                                  <a:cs typeface="Times New Roman" panose="02020603050405020304" pitchFamily="18" charset="0"/>
                                </a:rPr>
                                <m:t>𝑤</m:t>
                              </m:r>
                            </m:e>
                            <m:sub>
                              <m:r>
                                <a:rPr lang="pt-BR" sz="1800" i="1">
                                  <a:effectLst/>
                                  <a:latin typeface="Cambria Math" panose="02040503050406030204" pitchFamily="18" charset="0"/>
                                  <a:ea typeface="Times New Roman" panose="02020603050405020304" pitchFamily="18" charset="0"/>
                                  <a:cs typeface="Times New Roman" panose="02020603050405020304" pitchFamily="18" charset="0"/>
                                </a:rPr>
                                <m:t>𝑖</m:t>
                              </m:r>
                            </m:sub>
                          </m:sSub>
                          <m:sSub>
                            <m:sSubPr>
                              <m:ctrlPr>
                                <a:rPr lang="pt-BR" sz="1800" i="1">
                                  <a:effectLst/>
                                  <a:latin typeface="Cambria Math" panose="02040503050406030204" pitchFamily="18" charset="0"/>
                                </a:rPr>
                              </m:ctrlPr>
                            </m:sSubPr>
                            <m:e>
                              <m:r>
                                <a:rPr lang="pt-BR" sz="1800" i="1">
                                  <a:effectLst/>
                                  <a:latin typeface="Cambria Math" panose="02040503050406030204" pitchFamily="18" charset="0"/>
                                  <a:ea typeface="Times New Roman" panose="02020603050405020304" pitchFamily="18" charset="0"/>
                                  <a:cs typeface="Times New Roman" panose="02020603050405020304" pitchFamily="18" charset="0"/>
                                </a:rPr>
                                <m:t>𝑥</m:t>
                              </m:r>
                            </m:e>
                            <m:sub>
                              <m:r>
                                <a:rPr lang="pt-BR" sz="1800" i="1">
                                  <a:effectLst/>
                                  <a:latin typeface="Cambria Math" panose="02040503050406030204" pitchFamily="18" charset="0"/>
                                  <a:ea typeface="Times New Roman" panose="02020603050405020304" pitchFamily="18" charset="0"/>
                                  <a:cs typeface="Times New Roman" panose="02020603050405020304" pitchFamily="18" charset="0"/>
                                </a:rPr>
                                <m:t>𝑖</m:t>
                              </m:r>
                            </m:sub>
                          </m:sSub>
                          <m:r>
                            <a:rPr lang="pt-BR" sz="18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pt-BR" sz="1800" i="1">
                                  <a:effectLst/>
                                  <a:latin typeface="Cambria Math" panose="02040503050406030204" pitchFamily="18" charset="0"/>
                                </a:rPr>
                              </m:ctrlPr>
                            </m:sSubPr>
                            <m:e>
                              <m:r>
                                <a:rPr lang="pt-BR" sz="180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pt-BR" sz="1800" i="1">
                                  <a:effectLst/>
                                  <a:latin typeface="Cambria Math" panose="02040503050406030204" pitchFamily="18" charset="0"/>
                                  <a:ea typeface="Times New Roman" panose="02020603050405020304" pitchFamily="18" charset="0"/>
                                  <a:cs typeface="Times New Roman" panose="02020603050405020304" pitchFamily="18" charset="0"/>
                                </a:rPr>
                                <m:t>𝑖</m:t>
                              </m:r>
                            </m:sub>
                          </m:sSub>
                        </m:e>
                      </m:nary>
                    </m:oMath>
                  </m:oMathPara>
                </a14:m>
                <a:endParaRPr lang="pt-BR" sz="1800" dirty="0">
                  <a:effectLst/>
                  <a:ea typeface="Times New Roman" panose="02020603050405020304" pitchFamily="18" charset="0"/>
                  <a:cs typeface="Times New Roman" panose="02020603050405020304" pitchFamily="18" charset="0"/>
                </a:endParaRPr>
              </a:p>
              <a:p>
                <a:pPr marL="0" indent="0" algn="ctr">
                  <a:buNone/>
                </a:pPr>
                <a:r>
                  <a:rPr lang="pt-BR" dirty="0"/>
                  <a:t>Sumarização de um neurônio</a:t>
                </a:r>
              </a:p>
            </p:txBody>
          </p:sp>
        </mc:Choice>
        <mc:Fallback xmlns="">
          <p:sp>
            <p:nvSpPr>
              <p:cNvPr id="3" name="Espaço Reservado para Conteúdo 2">
                <a:extLst>
                  <a:ext uri="{FF2B5EF4-FFF2-40B4-BE49-F238E27FC236}">
                    <a16:creationId xmlns:a16="http://schemas.microsoft.com/office/drawing/2014/main" id="{E1647ED6-C6B8-46F3-976C-6B7EECBA62C5}"/>
                  </a:ext>
                </a:extLst>
              </p:cNvPr>
              <p:cNvSpPr>
                <a:spLocks noGrp="1" noRot="1" noChangeAspect="1" noMove="1" noResize="1" noEditPoints="1" noAdjustHandles="1" noChangeArrowheads="1" noChangeShapeType="1" noTextEdit="1"/>
              </p:cNvSpPr>
              <p:nvPr>
                <p:ph idx="1"/>
              </p:nvPr>
            </p:nvSpPr>
            <p:spPr>
              <a:xfrm>
                <a:off x="7183055" y="4420993"/>
                <a:ext cx="4230952" cy="1188721"/>
              </a:xfrm>
              <a:blipFill>
                <a:blip r:embed="rId2"/>
                <a:stretch>
                  <a:fillRect b="-1538"/>
                </a:stretch>
              </a:blipFill>
            </p:spPr>
            <p:txBody>
              <a:bodyPr/>
              <a:lstStyle/>
              <a:p>
                <a:r>
                  <a:rPr lang="pt-BR">
                    <a:noFill/>
                  </a:rPr>
                  <a:t> </a:t>
                </a:r>
              </a:p>
            </p:txBody>
          </p:sp>
        </mc:Fallback>
      </mc:AlternateContent>
      <p:sp>
        <p:nvSpPr>
          <p:cNvPr id="6" name="Espaço Reservado para Número de Slide 5">
            <a:extLst>
              <a:ext uri="{FF2B5EF4-FFF2-40B4-BE49-F238E27FC236}">
                <a16:creationId xmlns:a16="http://schemas.microsoft.com/office/drawing/2014/main" id="{A5545136-9C6F-49EA-A1A8-596EA8B2F23E}"/>
              </a:ext>
            </a:extLst>
          </p:cNvPr>
          <p:cNvSpPr>
            <a:spLocks noGrp="1"/>
          </p:cNvSpPr>
          <p:nvPr>
            <p:ph type="sldNum" sz="quarter" idx="12"/>
          </p:nvPr>
        </p:nvSpPr>
        <p:spPr/>
        <p:txBody>
          <a:bodyPr/>
          <a:lstStyle/>
          <a:p>
            <a:pPr rtl="0"/>
            <a:fld id="{3A98EE3D-8CD1-4C3F-BD1C-C98C9596463C}" type="slidenum">
              <a:rPr lang="en-US" smtClean="0"/>
              <a:t>9</a:t>
            </a:fld>
            <a:r>
              <a:rPr lang="en-US" dirty="0"/>
              <a:t> / 29</a:t>
            </a:r>
          </a:p>
        </p:txBody>
      </p:sp>
      <p:pic>
        <p:nvPicPr>
          <p:cNvPr id="8" name="Imagem 7">
            <a:extLst>
              <a:ext uri="{FF2B5EF4-FFF2-40B4-BE49-F238E27FC236}">
                <a16:creationId xmlns:a16="http://schemas.microsoft.com/office/drawing/2014/main" id="{C1D3AA9B-19DB-466A-A332-9E1CA248DB18}"/>
              </a:ext>
            </a:extLst>
          </p:cNvPr>
          <p:cNvPicPr/>
          <p:nvPr/>
        </p:nvPicPr>
        <p:blipFill>
          <a:blip r:embed="rId3"/>
          <a:stretch>
            <a:fillRect/>
          </a:stretch>
        </p:blipFill>
        <p:spPr>
          <a:xfrm>
            <a:off x="6337835" y="2317146"/>
            <a:ext cx="5679372" cy="2103847"/>
          </a:xfrm>
          <a:prstGeom prst="rect">
            <a:avLst/>
          </a:prstGeom>
        </p:spPr>
      </p:pic>
      <p:sp>
        <p:nvSpPr>
          <p:cNvPr id="9" name="Espaço Reservado para Conteúdo 2">
            <a:extLst>
              <a:ext uri="{FF2B5EF4-FFF2-40B4-BE49-F238E27FC236}">
                <a16:creationId xmlns:a16="http://schemas.microsoft.com/office/drawing/2014/main" id="{1508CC5D-65C3-441C-BC7C-A80C312F8865}"/>
              </a:ext>
            </a:extLst>
          </p:cNvPr>
          <p:cNvSpPr txBox="1">
            <a:spLocks/>
          </p:cNvSpPr>
          <p:nvPr/>
        </p:nvSpPr>
        <p:spPr>
          <a:xfrm>
            <a:off x="581193" y="2340864"/>
            <a:ext cx="5514808" cy="3634486"/>
          </a:xfrm>
          <a:prstGeom prst="rect">
            <a:avLst/>
          </a:prstGeom>
        </p:spPr>
        <p:txBody>
          <a:bodyPr vert="horz" lIns="91440" tIns="45720" rIns="91440" bIns="45720" rtlCol="0" anchor="ctr">
            <a:normAutofit/>
          </a:bodyPr>
          <a:lstStyle>
            <a:lvl1pPr marL="306000" indent="-306000" algn="l" defTabSz="457200" rtl="0" eaLnBrk="1" latinLnBrk="0" hangingPunct="1">
              <a:lnSpc>
                <a:spcPct val="110000"/>
              </a:lnSpc>
              <a:spcBef>
                <a:spcPct val="20000"/>
              </a:spcBef>
              <a:spcAft>
                <a:spcPts val="600"/>
              </a:spcAft>
              <a:buClr>
                <a:schemeClr val="accent1"/>
              </a:buClr>
              <a:buSzPct val="92000"/>
              <a:buFont typeface="Wingdings 2" panose="05020102010507070707" pitchFamily="18" charset="2"/>
              <a:buChar char=""/>
              <a:defRPr sz="1700" kern="1200">
                <a:solidFill>
                  <a:schemeClr val="tx1">
                    <a:lumMod val="75000"/>
                    <a:lumOff val="25000"/>
                  </a:schemeClr>
                </a:solidFill>
                <a:latin typeface="+mn-lt"/>
                <a:ea typeface="+mn-ea"/>
                <a:cs typeface="+mn-cs"/>
              </a:defRPr>
            </a:lvl1pPr>
            <a:lvl2pPr marL="630000" indent="-306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400" kern="1200">
                <a:solidFill>
                  <a:schemeClr val="tx1">
                    <a:lumMod val="75000"/>
                    <a:lumOff val="25000"/>
                  </a:schemeClr>
                </a:solidFill>
                <a:latin typeface="+mn-lt"/>
                <a:ea typeface="+mn-ea"/>
                <a:cs typeface="+mn-cs"/>
              </a:defRPr>
            </a:lvl2pPr>
            <a:lvl3pPr marL="900000" indent="-270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300" kern="1200">
                <a:solidFill>
                  <a:schemeClr val="tx1">
                    <a:lumMod val="75000"/>
                    <a:lumOff val="25000"/>
                  </a:schemeClr>
                </a:solidFill>
                <a:latin typeface="+mn-lt"/>
                <a:ea typeface="+mn-ea"/>
                <a:cs typeface="+mn-cs"/>
              </a:defRPr>
            </a:lvl3pPr>
            <a:lvl4pPr marL="124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4pPr>
            <a:lvl5pPr marL="160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algn="just"/>
            <a:r>
              <a:rPr lang="pt-BR" sz="1800" dirty="0"/>
              <a:t>São estruturadas inspiradas na arquitetura do cérebro humano;</a:t>
            </a:r>
          </a:p>
          <a:p>
            <a:pPr algn="just"/>
            <a:r>
              <a:rPr lang="pt-BR" sz="1800" dirty="0"/>
              <a:t>A rede consiste num grande número de unidades de processamentos (neurônios) organizadas em camadas (Wei </a:t>
            </a:r>
            <a:r>
              <a:rPr lang="pt-BR" sz="1800" i="1" dirty="0"/>
              <a:t>et al</a:t>
            </a:r>
            <a:r>
              <a:rPr lang="pt-BR" sz="1800" dirty="0"/>
              <a:t>, 2017).</a:t>
            </a:r>
          </a:p>
          <a:p>
            <a:pPr algn="just"/>
            <a:r>
              <a:rPr lang="pt-BR" sz="1800" dirty="0"/>
              <a:t>Uma camada se conecta a outra através das conexões entre neurônios;</a:t>
            </a:r>
          </a:p>
          <a:p>
            <a:pPr algn="just"/>
            <a:r>
              <a:rPr lang="pt-BR" sz="1800" dirty="0"/>
              <a:t>Necessidade de treinar a rede (ajuste dos pesos).</a:t>
            </a:r>
          </a:p>
          <a:p>
            <a:endParaRPr lang="pt-BR" dirty="0"/>
          </a:p>
        </p:txBody>
      </p:sp>
      <p:sp>
        <p:nvSpPr>
          <p:cNvPr id="4" name="Espaço Reservado para Rodapé 3">
            <a:extLst>
              <a:ext uri="{FF2B5EF4-FFF2-40B4-BE49-F238E27FC236}">
                <a16:creationId xmlns:a16="http://schemas.microsoft.com/office/drawing/2014/main" id="{3E844E08-65E4-431E-97E5-E88823C7DA09}"/>
              </a:ext>
            </a:extLst>
          </p:cNvPr>
          <p:cNvSpPr>
            <a:spLocks noGrp="1"/>
          </p:cNvSpPr>
          <p:nvPr>
            <p:ph type="ftr" sz="quarter" idx="11"/>
          </p:nvPr>
        </p:nvSpPr>
        <p:spPr/>
        <p:txBody>
          <a:bodyPr/>
          <a:lstStyle/>
          <a:p>
            <a:r>
              <a:rPr lang="en-US" dirty="0" err="1"/>
              <a:t>Referencial</a:t>
            </a:r>
            <a:r>
              <a:rPr lang="en-US" dirty="0"/>
              <a:t> </a:t>
            </a:r>
            <a:r>
              <a:rPr lang="en-US" dirty="0" err="1"/>
              <a:t>teórico</a:t>
            </a:r>
            <a:r>
              <a:rPr lang="en-US" dirty="0"/>
              <a:t> – </a:t>
            </a:r>
            <a:r>
              <a:rPr lang="en-US" dirty="0" err="1"/>
              <a:t>trabalho</a:t>
            </a:r>
            <a:r>
              <a:rPr lang="en-US" dirty="0"/>
              <a:t> de </a:t>
            </a:r>
            <a:r>
              <a:rPr lang="en-US" dirty="0" err="1"/>
              <a:t>conclusão</a:t>
            </a:r>
            <a:r>
              <a:rPr lang="en-US" dirty="0"/>
              <a:t> de </a:t>
            </a:r>
            <a:r>
              <a:rPr lang="en-US" dirty="0" err="1"/>
              <a:t>curso</a:t>
            </a:r>
            <a:r>
              <a:rPr lang="en-US" dirty="0"/>
              <a:t> – Evandro </a:t>
            </a:r>
            <a:r>
              <a:rPr lang="en-US" dirty="0" err="1"/>
              <a:t>coelho</a:t>
            </a:r>
            <a:endParaRPr lang="en-US" dirty="0"/>
          </a:p>
        </p:txBody>
      </p:sp>
    </p:spTree>
    <p:extLst>
      <p:ext uri="{BB962C8B-B14F-4D97-AF65-F5344CB8AC3E}">
        <p14:creationId xmlns:p14="http://schemas.microsoft.com/office/powerpoint/2010/main" val="134445611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D872C6C-3E07-4AC6-B68D-9AFE69A9DDB5}"/>
              </a:ext>
            </a:extLst>
          </p:cNvPr>
          <p:cNvSpPr>
            <a:spLocks noGrp="1"/>
          </p:cNvSpPr>
          <p:nvPr>
            <p:ph type="title"/>
          </p:nvPr>
        </p:nvSpPr>
        <p:spPr/>
        <p:txBody>
          <a:bodyPr/>
          <a:lstStyle/>
          <a:p>
            <a:r>
              <a:rPr lang="pt-BR" dirty="0"/>
              <a:t>Redes Neurais Artificiais</a:t>
            </a:r>
          </a:p>
        </p:txBody>
      </p:sp>
      <p:sp>
        <p:nvSpPr>
          <p:cNvPr id="3" name="Espaço Reservado para Conteúdo 2">
            <a:extLst>
              <a:ext uri="{FF2B5EF4-FFF2-40B4-BE49-F238E27FC236}">
                <a16:creationId xmlns:a16="http://schemas.microsoft.com/office/drawing/2014/main" id="{E1647ED6-C6B8-46F3-976C-6B7EECBA62C5}"/>
              </a:ext>
            </a:extLst>
          </p:cNvPr>
          <p:cNvSpPr>
            <a:spLocks noGrp="1"/>
          </p:cNvSpPr>
          <p:nvPr>
            <p:ph idx="1"/>
          </p:nvPr>
        </p:nvSpPr>
        <p:spPr>
          <a:xfrm>
            <a:off x="581192" y="2340864"/>
            <a:ext cx="5764189" cy="3634486"/>
          </a:xfrm>
        </p:spPr>
        <p:txBody>
          <a:bodyPr>
            <a:normAutofit/>
          </a:bodyPr>
          <a:lstStyle/>
          <a:p>
            <a:pPr algn="just"/>
            <a:r>
              <a:rPr lang="pt-BR" sz="1800" dirty="0"/>
              <a:t>Rede </a:t>
            </a:r>
            <a:r>
              <a:rPr lang="pt-BR" sz="1800" i="1" dirty="0" err="1"/>
              <a:t>Multilayer</a:t>
            </a:r>
            <a:r>
              <a:rPr lang="pt-BR" sz="1800" i="1" dirty="0"/>
              <a:t> </a:t>
            </a:r>
            <a:r>
              <a:rPr lang="pt-BR" sz="1800" i="1" dirty="0" err="1"/>
              <a:t>Perceptron</a:t>
            </a:r>
            <a:r>
              <a:rPr lang="pt-BR" sz="1800" i="1" dirty="0"/>
              <a:t> </a:t>
            </a:r>
            <a:r>
              <a:rPr lang="pt-BR" sz="1800" dirty="0"/>
              <a:t>(MLP) para o problema de regressão;</a:t>
            </a:r>
          </a:p>
          <a:p>
            <a:pPr algn="just"/>
            <a:r>
              <a:rPr lang="pt-BR" sz="1800" dirty="0"/>
              <a:t>Aplicação em problemas de previsão de séries temporais (Silva, 2017);</a:t>
            </a:r>
          </a:p>
          <a:p>
            <a:pPr algn="just"/>
            <a:r>
              <a:rPr lang="pt-BR" sz="1800" dirty="0"/>
              <a:t>Classificação:</a:t>
            </a:r>
            <a:r>
              <a:rPr lang="pt-BR" sz="1800" i="1" dirty="0"/>
              <a:t> </a:t>
            </a:r>
            <a:r>
              <a:rPr lang="pt-BR" sz="1800" i="1" dirty="0" err="1"/>
              <a:t>feedforward</a:t>
            </a:r>
            <a:r>
              <a:rPr lang="pt-BR" sz="1800" i="1" dirty="0"/>
              <a:t> </a:t>
            </a:r>
            <a:r>
              <a:rPr lang="pt-BR" sz="1800" dirty="0"/>
              <a:t>e aprendizagem supervisionada;</a:t>
            </a:r>
          </a:p>
          <a:p>
            <a:pPr algn="just"/>
            <a:r>
              <a:rPr lang="pt-BR" sz="1800" dirty="0"/>
              <a:t>Algoritmo de aprendizagem: </a:t>
            </a:r>
            <a:r>
              <a:rPr lang="pt-BR" sz="1800" i="1" dirty="0" err="1"/>
              <a:t>backpropagation</a:t>
            </a:r>
            <a:r>
              <a:rPr lang="pt-BR" sz="1800" i="1" dirty="0"/>
              <a:t>.</a:t>
            </a:r>
          </a:p>
          <a:p>
            <a:pPr lvl="1" algn="just"/>
            <a:r>
              <a:rPr lang="pt-BR" sz="1600" dirty="0"/>
              <a:t>Busca minimizar a função de erro para se ajustar a curva dos dados.</a:t>
            </a:r>
          </a:p>
          <a:p>
            <a:endParaRPr lang="pt-BR" dirty="0"/>
          </a:p>
        </p:txBody>
      </p:sp>
      <p:sp>
        <p:nvSpPr>
          <p:cNvPr id="6" name="Espaço Reservado para Número de Slide 5">
            <a:extLst>
              <a:ext uri="{FF2B5EF4-FFF2-40B4-BE49-F238E27FC236}">
                <a16:creationId xmlns:a16="http://schemas.microsoft.com/office/drawing/2014/main" id="{A5545136-9C6F-49EA-A1A8-596EA8B2F23E}"/>
              </a:ext>
            </a:extLst>
          </p:cNvPr>
          <p:cNvSpPr>
            <a:spLocks noGrp="1"/>
          </p:cNvSpPr>
          <p:nvPr>
            <p:ph type="sldNum" sz="quarter" idx="12"/>
          </p:nvPr>
        </p:nvSpPr>
        <p:spPr/>
        <p:txBody>
          <a:bodyPr/>
          <a:lstStyle/>
          <a:p>
            <a:pPr rtl="0"/>
            <a:fld id="{3A98EE3D-8CD1-4C3F-BD1C-C98C9596463C}" type="slidenum">
              <a:rPr lang="en-US" smtClean="0"/>
              <a:t>10</a:t>
            </a:fld>
            <a:r>
              <a:rPr lang="en-US" dirty="0"/>
              <a:t> / 29</a:t>
            </a:r>
          </a:p>
        </p:txBody>
      </p:sp>
      <p:pic>
        <p:nvPicPr>
          <p:cNvPr id="8" name="Imagem 7">
            <a:extLst>
              <a:ext uri="{FF2B5EF4-FFF2-40B4-BE49-F238E27FC236}">
                <a16:creationId xmlns:a16="http://schemas.microsoft.com/office/drawing/2014/main" id="{E3E5E48C-4012-4A7E-A19D-5C70C51397A4}"/>
              </a:ext>
            </a:extLst>
          </p:cNvPr>
          <p:cNvPicPr/>
          <p:nvPr/>
        </p:nvPicPr>
        <p:blipFill>
          <a:blip r:embed="rId2"/>
          <a:stretch>
            <a:fillRect/>
          </a:stretch>
        </p:blipFill>
        <p:spPr>
          <a:xfrm>
            <a:off x="6731172" y="2340864"/>
            <a:ext cx="4879635" cy="2958215"/>
          </a:xfrm>
          <a:prstGeom prst="rect">
            <a:avLst/>
          </a:prstGeom>
        </p:spPr>
      </p:pic>
      <p:sp>
        <p:nvSpPr>
          <p:cNvPr id="4" name="Espaço Reservado para Rodapé 3">
            <a:extLst>
              <a:ext uri="{FF2B5EF4-FFF2-40B4-BE49-F238E27FC236}">
                <a16:creationId xmlns:a16="http://schemas.microsoft.com/office/drawing/2014/main" id="{F8A76535-B640-49E4-BC10-54DF7D0C525A}"/>
              </a:ext>
            </a:extLst>
          </p:cNvPr>
          <p:cNvSpPr>
            <a:spLocks noGrp="1"/>
          </p:cNvSpPr>
          <p:nvPr>
            <p:ph type="ftr" sz="quarter" idx="11"/>
          </p:nvPr>
        </p:nvSpPr>
        <p:spPr/>
        <p:txBody>
          <a:bodyPr/>
          <a:lstStyle/>
          <a:p>
            <a:r>
              <a:rPr lang="en-US" dirty="0" err="1"/>
              <a:t>Referencial</a:t>
            </a:r>
            <a:r>
              <a:rPr lang="en-US" dirty="0"/>
              <a:t> </a:t>
            </a:r>
            <a:r>
              <a:rPr lang="en-US" dirty="0" err="1"/>
              <a:t>teórico</a:t>
            </a:r>
            <a:r>
              <a:rPr lang="en-US" dirty="0"/>
              <a:t> – </a:t>
            </a:r>
            <a:r>
              <a:rPr lang="en-US" dirty="0" err="1"/>
              <a:t>trabalho</a:t>
            </a:r>
            <a:r>
              <a:rPr lang="en-US" dirty="0"/>
              <a:t> de </a:t>
            </a:r>
            <a:r>
              <a:rPr lang="en-US" dirty="0" err="1"/>
              <a:t>conclusão</a:t>
            </a:r>
            <a:r>
              <a:rPr lang="en-US" dirty="0"/>
              <a:t> de </a:t>
            </a:r>
            <a:r>
              <a:rPr lang="en-US" dirty="0" err="1"/>
              <a:t>curso</a:t>
            </a:r>
            <a:r>
              <a:rPr lang="en-US" dirty="0"/>
              <a:t> – Evandro </a:t>
            </a:r>
            <a:r>
              <a:rPr lang="en-US" dirty="0" err="1"/>
              <a:t>coelho</a:t>
            </a:r>
            <a:endParaRPr lang="en-US" dirty="0"/>
          </a:p>
        </p:txBody>
      </p:sp>
    </p:spTree>
    <p:extLst>
      <p:ext uri="{BB962C8B-B14F-4D97-AF65-F5344CB8AC3E}">
        <p14:creationId xmlns:p14="http://schemas.microsoft.com/office/powerpoint/2010/main" val="14315180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D3D015B-8DFC-4502-9DAB-77D1D74CB5F4}"/>
              </a:ext>
            </a:extLst>
          </p:cNvPr>
          <p:cNvSpPr>
            <a:spLocks noGrp="1"/>
          </p:cNvSpPr>
          <p:nvPr>
            <p:ph type="title"/>
          </p:nvPr>
        </p:nvSpPr>
        <p:spPr>
          <a:xfrm>
            <a:off x="581192" y="702156"/>
            <a:ext cx="11029616" cy="5273194"/>
          </a:xfrm>
        </p:spPr>
        <p:txBody>
          <a:bodyPr>
            <a:normAutofit/>
          </a:bodyPr>
          <a:lstStyle/>
          <a:p>
            <a:r>
              <a:rPr lang="pt-BR" sz="6000" dirty="0"/>
              <a:t>previsão</a:t>
            </a:r>
          </a:p>
        </p:txBody>
      </p:sp>
      <p:sp>
        <p:nvSpPr>
          <p:cNvPr id="4" name="Espaço Reservado para Número de Slide 3">
            <a:extLst>
              <a:ext uri="{FF2B5EF4-FFF2-40B4-BE49-F238E27FC236}">
                <a16:creationId xmlns:a16="http://schemas.microsoft.com/office/drawing/2014/main" id="{C8EB25D8-0628-4488-B514-DF8C2B1BC376}"/>
              </a:ext>
            </a:extLst>
          </p:cNvPr>
          <p:cNvSpPr>
            <a:spLocks noGrp="1"/>
          </p:cNvSpPr>
          <p:nvPr>
            <p:ph type="sldNum" sz="quarter" idx="12"/>
          </p:nvPr>
        </p:nvSpPr>
        <p:spPr/>
        <p:txBody>
          <a:bodyPr/>
          <a:lstStyle/>
          <a:p>
            <a:pPr rtl="0"/>
            <a:fld id="{3A98EE3D-8CD1-4C3F-BD1C-C98C9596463C}" type="slidenum">
              <a:rPr lang="en-US" smtClean="0"/>
              <a:t>11</a:t>
            </a:fld>
            <a:r>
              <a:rPr lang="en-US" dirty="0"/>
              <a:t> / 29</a:t>
            </a:r>
          </a:p>
        </p:txBody>
      </p:sp>
    </p:spTree>
    <p:extLst>
      <p:ext uri="{BB962C8B-B14F-4D97-AF65-F5344CB8AC3E}">
        <p14:creationId xmlns:p14="http://schemas.microsoft.com/office/powerpoint/2010/main" val="36300922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D872C6C-3E07-4AC6-B68D-9AFE69A9DDB5}"/>
              </a:ext>
            </a:extLst>
          </p:cNvPr>
          <p:cNvSpPr>
            <a:spLocks noGrp="1"/>
          </p:cNvSpPr>
          <p:nvPr>
            <p:ph type="title"/>
          </p:nvPr>
        </p:nvSpPr>
        <p:spPr/>
        <p:txBody>
          <a:bodyPr/>
          <a:lstStyle/>
          <a:p>
            <a:r>
              <a:rPr lang="pt-BR" dirty="0"/>
              <a:t>METODOLOGIA</a:t>
            </a:r>
          </a:p>
        </p:txBody>
      </p:sp>
      <p:sp>
        <p:nvSpPr>
          <p:cNvPr id="3" name="Espaço Reservado para Conteúdo 2">
            <a:extLst>
              <a:ext uri="{FF2B5EF4-FFF2-40B4-BE49-F238E27FC236}">
                <a16:creationId xmlns:a16="http://schemas.microsoft.com/office/drawing/2014/main" id="{E1647ED6-C6B8-46F3-976C-6B7EECBA62C5}"/>
              </a:ext>
            </a:extLst>
          </p:cNvPr>
          <p:cNvSpPr>
            <a:spLocks noGrp="1"/>
          </p:cNvSpPr>
          <p:nvPr>
            <p:ph idx="1"/>
          </p:nvPr>
        </p:nvSpPr>
        <p:spPr/>
        <p:txBody>
          <a:bodyPr>
            <a:normAutofit/>
          </a:bodyPr>
          <a:lstStyle/>
          <a:p>
            <a:r>
              <a:rPr lang="pt-BR" sz="2000" dirty="0"/>
              <a:t>Linguagem </a:t>
            </a:r>
            <a:r>
              <a:rPr lang="pt-BR" sz="2000" i="1" dirty="0"/>
              <a:t>Python</a:t>
            </a:r>
            <a:r>
              <a:rPr lang="pt-BR" sz="2000" dirty="0"/>
              <a:t>;</a:t>
            </a:r>
          </a:p>
          <a:p>
            <a:r>
              <a:rPr lang="pt-BR" sz="2000" dirty="0"/>
              <a:t>Fusão das bases de dados por meio da biblioteca </a:t>
            </a:r>
            <a:r>
              <a:rPr lang="pt-BR" sz="2000" i="1" dirty="0"/>
              <a:t>pandas</a:t>
            </a:r>
            <a:r>
              <a:rPr lang="pt-BR" sz="2000" dirty="0"/>
              <a:t>;</a:t>
            </a:r>
          </a:p>
          <a:p>
            <a:r>
              <a:rPr lang="pt-BR" sz="2000" dirty="0"/>
              <a:t>Limpeza da base de dados;</a:t>
            </a:r>
          </a:p>
          <a:p>
            <a:r>
              <a:rPr lang="pt-BR" sz="2000" dirty="0"/>
              <a:t>Visualização dos dados por gráficos com a biblioteca </a:t>
            </a:r>
            <a:r>
              <a:rPr lang="pt-BR" sz="2000" i="1" dirty="0" err="1"/>
              <a:t>matplotlib</a:t>
            </a:r>
            <a:r>
              <a:rPr lang="pt-BR" sz="2000" dirty="0"/>
              <a:t>.</a:t>
            </a:r>
          </a:p>
        </p:txBody>
      </p:sp>
      <p:sp>
        <p:nvSpPr>
          <p:cNvPr id="6" name="Espaço Reservado para Número de Slide 5">
            <a:extLst>
              <a:ext uri="{FF2B5EF4-FFF2-40B4-BE49-F238E27FC236}">
                <a16:creationId xmlns:a16="http://schemas.microsoft.com/office/drawing/2014/main" id="{A5545136-9C6F-49EA-A1A8-596EA8B2F23E}"/>
              </a:ext>
            </a:extLst>
          </p:cNvPr>
          <p:cNvSpPr>
            <a:spLocks noGrp="1"/>
          </p:cNvSpPr>
          <p:nvPr>
            <p:ph type="sldNum" sz="quarter" idx="12"/>
          </p:nvPr>
        </p:nvSpPr>
        <p:spPr/>
        <p:txBody>
          <a:bodyPr/>
          <a:lstStyle/>
          <a:p>
            <a:pPr rtl="0"/>
            <a:fld id="{3A98EE3D-8CD1-4C3F-BD1C-C98C9596463C}" type="slidenum">
              <a:rPr lang="en-US" smtClean="0"/>
              <a:t>12</a:t>
            </a:fld>
            <a:r>
              <a:rPr lang="en-US" dirty="0"/>
              <a:t> / 29</a:t>
            </a:r>
          </a:p>
        </p:txBody>
      </p:sp>
      <p:pic>
        <p:nvPicPr>
          <p:cNvPr id="2050" name="Picture 2" descr="pandas (software) – Wikipédia, a enciclopédia livre">
            <a:extLst>
              <a:ext uri="{FF2B5EF4-FFF2-40B4-BE49-F238E27FC236}">
                <a16:creationId xmlns:a16="http://schemas.microsoft.com/office/drawing/2014/main" id="{B3785F87-4D04-42BC-8D5B-7C2870EE0CB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652164" y="3735855"/>
            <a:ext cx="2403763" cy="971521"/>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Logo Python: valor, história, png, vector">
            <a:extLst>
              <a:ext uri="{FF2B5EF4-FFF2-40B4-BE49-F238E27FC236}">
                <a16:creationId xmlns:a16="http://schemas.microsoft.com/office/drawing/2014/main" id="{42FAEB12-4657-4F90-AAC1-92B1D5C43D8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597883" y="2669456"/>
            <a:ext cx="2403763" cy="697654"/>
          </a:xfrm>
          <a:prstGeom prst="rect">
            <a:avLst/>
          </a:prstGeom>
          <a:noFill/>
          <a:extLst>
            <a:ext uri="{909E8E84-426E-40DD-AFC4-6F175D3DCCD1}">
              <a14:hiddenFill xmlns:a14="http://schemas.microsoft.com/office/drawing/2010/main">
                <a:solidFill>
                  <a:srgbClr val="FFFFFF"/>
                </a:solidFill>
              </a14:hiddenFill>
            </a:ext>
          </a:extLst>
        </p:spPr>
      </p:pic>
      <p:pic>
        <p:nvPicPr>
          <p:cNvPr id="8" name="Imagem 7">
            <a:extLst>
              <a:ext uri="{FF2B5EF4-FFF2-40B4-BE49-F238E27FC236}">
                <a16:creationId xmlns:a16="http://schemas.microsoft.com/office/drawing/2014/main" id="{DD4FD9BC-0151-4CBB-B8BE-1D77DDF87967}"/>
              </a:ext>
            </a:extLst>
          </p:cNvPr>
          <p:cNvPicPr>
            <a:picLocks noChangeAspect="1"/>
          </p:cNvPicPr>
          <p:nvPr/>
        </p:nvPicPr>
        <p:blipFill>
          <a:blip r:embed="rId4"/>
          <a:stretch>
            <a:fillRect/>
          </a:stretch>
        </p:blipFill>
        <p:spPr>
          <a:xfrm>
            <a:off x="8596746" y="5076121"/>
            <a:ext cx="2514600" cy="569212"/>
          </a:xfrm>
          <a:prstGeom prst="rect">
            <a:avLst/>
          </a:prstGeom>
        </p:spPr>
      </p:pic>
      <p:sp>
        <p:nvSpPr>
          <p:cNvPr id="4" name="Espaço Reservado para Rodapé 3">
            <a:extLst>
              <a:ext uri="{FF2B5EF4-FFF2-40B4-BE49-F238E27FC236}">
                <a16:creationId xmlns:a16="http://schemas.microsoft.com/office/drawing/2014/main" id="{234AEA47-5032-4FD8-8669-2FA92C8ABF63}"/>
              </a:ext>
            </a:extLst>
          </p:cNvPr>
          <p:cNvSpPr>
            <a:spLocks noGrp="1"/>
          </p:cNvSpPr>
          <p:nvPr>
            <p:ph type="ftr" sz="quarter" idx="11"/>
          </p:nvPr>
        </p:nvSpPr>
        <p:spPr/>
        <p:txBody>
          <a:bodyPr/>
          <a:lstStyle/>
          <a:p>
            <a:r>
              <a:rPr lang="en-US" dirty="0"/>
              <a:t>METODOLOGIA – </a:t>
            </a:r>
            <a:r>
              <a:rPr lang="en-US" dirty="0" err="1"/>
              <a:t>trabalho</a:t>
            </a:r>
            <a:r>
              <a:rPr lang="en-US" dirty="0"/>
              <a:t> de </a:t>
            </a:r>
            <a:r>
              <a:rPr lang="en-US" dirty="0" err="1"/>
              <a:t>conclusão</a:t>
            </a:r>
            <a:r>
              <a:rPr lang="en-US" dirty="0"/>
              <a:t> de </a:t>
            </a:r>
            <a:r>
              <a:rPr lang="en-US" dirty="0" err="1"/>
              <a:t>curso</a:t>
            </a:r>
            <a:r>
              <a:rPr lang="en-US" dirty="0"/>
              <a:t> – Evandro </a:t>
            </a:r>
            <a:r>
              <a:rPr lang="en-US" dirty="0" err="1"/>
              <a:t>coelho</a:t>
            </a:r>
            <a:endParaRPr lang="en-US" dirty="0"/>
          </a:p>
        </p:txBody>
      </p:sp>
    </p:spTree>
    <p:extLst>
      <p:ext uri="{BB962C8B-B14F-4D97-AF65-F5344CB8AC3E}">
        <p14:creationId xmlns:p14="http://schemas.microsoft.com/office/powerpoint/2010/main" val="140467313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E562972-3449-42D1-8185-B4BEFD52AB44}"/>
              </a:ext>
            </a:extLst>
          </p:cNvPr>
          <p:cNvSpPr>
            <a:spLocks noGrp="1"/>
          </p:cNvSpPr>
          <p:nvPr>
            <p:ph type="title"/>
          </p:nvPr>
        </p:nvSpPr>
        <p:spPr/>
        <p:txBody>
          <a:bodyPr rtlCol="0"/>
          <a:lstStyle/>
          <a:p>
            <a:pPr rtl="0"/>
            <a:r>
              <a:rPr lang="pt-BR" dirty="0"/>
              <a:t>M</a:t>
            </a:r>
            <a:r>
              <a:rPr lang="pt-br" dirty="0"/>
              <a:t>etodologia</a:t>
            </a:r>
          </a:p>
        </p:txBody>
      </p:sp>
      <p:graphicFrame>
        <p:nvGraphicFramePr>
          <p:cNvPr id="4" name="Espaço Reservado para Conteúdo 2">
            <a:extLst>
              <a:ext uri="{FF2B5EF4-FFF2-40B4-BE49-F238E27FC236}">
                <a16:creationId xmlns:a16="http://schemas.microsoft.com/office/drawing/2014/main" id="{FF3F0D82-0AA6-45C3-8367-955CBFA02ED6}"/>
              </a:ext>
            </a:extLst>
          </p:cNvPr>
          <p:cNvGraphicFramePr>
            <a:graphicFrameLocks noGrp="1"/>
          </p:cNvGraphicFramePr>
          <p:nvPr>
            <p:ph idx="1"/>
            <p:extLst>
              <p:ext uri="{D42A27DB-BD31-4B8C-83A1-F6EECF244321}">
                <p14:modId xmlns:p14="http://schemas.microsoft.com/office/powerpoint/2010/main" val="785716698"/>
              </p:ext>
            </p:extLst>
          </p:nvPr>
        </p:nvGraphicFramePr>
        <p:xfrm>
          <a:off x="1197013" y="2340501"/>
          <a:ext cx="10560877" cy="38153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Espaço Reservado para Número de Slide 4">
            <a:extLst>
              <a:ext uri="{FF2B5EF4-FFF2-40B4-BE49-F238E27FC236}">
                <a16:creationId xmlns:a16="http://schemas.microsoft.com/office/drawing/2014/main" id="{533E6445-1708-4B45-8BBD-D141449DE3A2}"/>
              </a:ext>
            </a:extLst>
          </p:cNvPr>
          <p:cNvSpPr>
            <a:spLocks noGrp="1"/>
          </p:cNvSpPr>
          <p:nvPr>
            <p:ph type="sldNum" sz="quarter" idx="12"/>
          </p:nvPr>
        </p:nvSpPr>
        <p:spPr/>
        <p:txBody>
          <a:bodyPr/>
          <a:lstStyle/>
          <a:p>
            <a:pPr rtl="0"/>
            <a:fld id="{3A98EE3D-8CD1-4C3F-BD1C-C98C9596463C}" type="slidenum">
              <a:rPr lang="en-US" smtClean="0"/>
              <a:t>13</a:t>
            </a:fld>
            <a:r>
              <a:rPr lang="en-US" dirty="0"/>
              <a:t> / 29</a:t>
            </a:r>
          </a:p>
        </p:txBody>
      </p:sp>
      <p:sp>
        <p:nvSpPr>
          <p:cNvPr id="3" name="Espaço Reservado para Rodapé 2">
            <a:extLst>
              <a:ext uri="{FF2B5EF4-FFF2-40B4-BE49-F238E27FC236}">
                <a16:creationId xmlns:a16="http://schemas.microsoft.com/office/drawing/2014/main" id="{69B51DA2-5AF8-484A-B28B-36105777AA9E}"/>
              </a:ext>
            </a:extLst>
          </p:cNvPr>
          <p:cNvSpPr>
            <a:spLocks noGrp="1"/>
          </p:cNvSpPr>
          <p:nvPr>
            <p:ph type="ftr" sz="quarter" idx="11"/>
          </p:nvPr>
        </p:nvSpPr>
        <p:spPr/>
        <p:txBody>
          <a:bodyPr/>
          <a:lstStyle/>
          <a:p>
            <a:r>
              <a:rPr lang="en-US" dirty="0"/>
              <a:t>METODOLOGIA – </a:t>
            </a:r>
            <a:r>
              <a:rPr lang="en-US" dirty="0" err="1"/>
              <a:t>trabalho</a:t>
            </a:r>
            <a:r>
              <a:rPr lang="en-US" dirty="0"/>
              <a:t> de </a:t>
            </a:r>
            <a:r>
              <a:rPr lang="en-US" dirty="0" err="1"/>
              <a:t>conclusão</a:t>
            </a:r>
            <a:r>
              <a:rPr lang="en-US" dirty="0"/>
              <a:t> de </a:t>
            </a:r>
            <a:r>
              <a:rPr lang="en-US" dirty="0" err="1"/>
              <a:t>curso</a:t>
            </a:r>
            <a:r>
              <a:rPr lang="en-US" dirty="0"/>
              <a:t> – Evandro </a:t>
            </a:r>
            <a:r>
              <a:rPr lang="en-US" dirty="0" err="1"/>
              <a:t>coelho</a:t>
            </a:r>
            <a:endParaRPr lang="en-US" dirty="0"/>
          </a:p>
        </p:txBody>
      </p:sp>
    </p:spTree>
    <p:extLst>
      <p:ext uri="{BB962C8B-B14F-4D97-AF65-F5344CB8AC3E}">
        <p14:creationId xmlns:p14="http://schemas.microsoft.com/office/powerpoint/2010/main" val="26378465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D872C6C-3E07-4AC6-B68D-9AFE69A9DDB5}"/>
              </a:ext>
            </a:extLst>
          </p:cNvPr>
          <p:cNvSpPr>
            <a:spLocks noGrp="1"/>
          </p:cNvSpPr>
          <p:nvPr>
            <p:ph type="title"/>
          </p:nvPr>
        </p:nvSpPr>
        <p:spPr/>
        <p:txBody>
          <a:bodyPr/>
          <a:lstStyle/>
          <a:p>
            <a:r>
              <a:rPr lang="pt-BR" dirty="0"/>
              <a:t>Base de dados</a:t>
            </a:r>
          </a:p>
        </p:txBody>
      </p:sp>
      <p:sp>
        <p:nvSpPr>
          <p:cNvPr id="3" name="Espaço Reservado para Conteúdo 2">
            <a:extLst>
              <a:ext uri="{FF2B5EF4-FFF2-40B4-BE49-F238E27FC236}">
                <a16:creationId xmlns:a16="http://schemas.microsoft.com/office/drawing/2014/main" id="{E1647ED6-C6B8-46F3-976C-6B7EECBA62C5}"/>
              </a:ext>
            </a:extLst>
          </p:cNvPr>
          <p:cNvSpPr>
            <a:spLocks noGrp="1"/>
          </p:cNvSpPr>
          <p:nvPr>
            <p:ph idx="1"/>
          </p:nvPr>
        </p:nvSpPr>
        <p:spPr>
          <a:xfrm>
            <a:off x="581193" y="2340864"/>
            <a:ext cx="5138887" cy="3814980"/>
          </a:xfrm>
        </p:spPr>
        <p:txBody>
          <a:bodyPr>
            <a:normAutofit/>
          </a:bodyPr>
          <a:lstStyle/>
          <a:p>
            <a:pPr algn="just"/>
            <a:r>
              <a:rPr lang="pt-BR" dirty="0"/>
              <a:t>Bases brasileiras com limitações na quantidade de medições;</a:t>
            </a:r>
          </a:p>
          <a:p>
            <a:pPr algn="just"/>
            <a:r>
              <a:rPr lang="pt-BR" dirty="0"/>
              <a:t>Base de dados pública da plataforma </a:t>
            </a:r>
            <a:r>
              <a:rPr lang="pt-BR" i="1" dirty="0" err="1"/>
              <a:t>Kaggle</a:t>
            </a:r>
            <a:r>
              <a:rPr lang="pt-BR" dirty="0"/>
              <a:t>, publicada por MÖBIUS (2021);</a:t>
            </a:r>
          </a:p>
          <a:p>
            <a:pPr algn="just"/>
            <a:r>
              <a:rPr lang="pt-BR" dirty="0"/>
              <a:t>Tabelas com dados de Energia, Temperatura, Distância, Marcação de Feriado e Informações sobre os Prédios.</a:t>
            </a:r>
          </a:p>
          <a:p>
            <a:endParaRPr lang="pt-BR" dirty="0"/>
          </a:p>
        </p:txBody>
      </p:sp>
      <p:sp>
        <p:nvSpPr>
          <p:cNvPr id="6" name="Espaço Reservado para Número de Slide 5">
            <a:extLst>
              <a:ext uri="{FF2B5EF4-FFF2-40B4-BE49-F238E27FC236}">
                <a16:creationId xmlns:a16="http://schemas.microsoft.com/office/drawing/2014/main" id="{A5545136-9C6F-49EA-A1A8-596EA8B2F23E}"/>
              </a:ext>
            </a:extLst>
          </p:cNvPr>
          <p:cNvSpPr>
            <a:spLocks noGrp="1"/>
          </p:cNvSpPr>
          <p:nvPr>
            <p:ph type="sldNum" sz="quarter" idx="12"/>
          </p:nvPr>
        </p:nvSpPr>
        <p:spPr/>
        <p:txBody>
          <a:bodyPr/>
          <a:lstStyle/>
          <a:p>
            <a:pPr rtl="0"/>
            <a:fld id="{3A98EE3D-8CD1-4C3F-BD1C-C98C9596463C}" type="slidenum">
              <a:rPr lang="en-US" smtClean="0"/>
              <a:t>14</a:t>
            </a:fld>
            <a:r>
              <a:rPr lang="en-US" dirty="0"/>
              <a:t> / 29</a:t>
            </a:r>
          </a:p>
        </p:txBody>
      </p:sp>
      <p:pic>
        <p:nvPicPr>
          <p:cNvPr id="8" name="Imagem 7">
            <a:extLst>
              <a:ext uri="{FF2B5EF4-FFF2-40B4-BE49-F238E27FC236}">
                <a16:creationId xmlns:a16="http://schemas.microsoft.com/office/drawing/2014/main" id="{CBDB2108-1211-4015-9C6E-FDE824EE58EC}"/>
              </a:ext>
            </a:extLst>
          </p:cNvPr>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47036" y="2458798"/>
            <a:ext cx="5829193" cy="3507894"/>
          </a:xfrm>
          <a:prstGeom prst="rect">
            <a:avLst/>
          </a:prstGeom>
          <a:noFill/>
        </p:spPr>
      </p:pic>
      <p:sp>
        <p:nvSpPr>
          <p:cNvPr id="4" name="Espaço Reservado para Rodapé 3">
            <a:extLst>
              <a:ext uri="{FF2B5EF4-FFF2-40B4-BE49-F238E27FC236}">
                <a16:creationId xmlns:a16="http://schemas.microsoft.com/office/drawing/2014/main" id="{289D3216-B55E-42CC-9E4D-8FFE249C4E4C}"/>
              </a:ext>
            </a:extLst>
          </p:cNvPr>
          <p:cNvSpPr>
            <a:spLocks noGrp="1"/>
          </p:cNvSpPr>
          <p:nvPr>
            <p:ph type="ftr" sz="quarter" idx="11"/>
          </p:nvPr>
        </p:nvSpPr>
        <p:spPr/>
        <p:txBody>
          <a:bodyPr/>
          <a:lstStyle/>
          <a:p>
            <a:r>
              <a:rPr lang="en-US" dirty="0"/>
              <a:t>METODOLOGIA – </a:t>
            </a:r>
            <a:r>
              <a:rPr lang="en-US" dirty="0" err="1"/>
              <a:t>trabalho</a:t>
            </a:r>
            <a:r>
              <a:rPr lang="en-US" dirty="0"/>
              <a:t> de </a:t>
            </a:r>
            <a:r>
              <a:rPr lang="en-US" dirty="0" err="1"/>
              <a:t>conclusão</a:t>
            </a:r>
            <a:r>
              <a:rPr lang="en-US" dirty="0"/>
              <a:t> de </a:t>
            </a:r>
            <a:r>
              <a:rPr lang="en-US" dirty="0" err="1"/>
              <a:t>curso</a:t>
            </a:r>
            <a:r>
              <a:rPr lang="en-US" dirty="0"/>
              <a:t> – Evandro </a:t>
            </a:r>
            <a:r>
              <a:rPr lang="en-US" dirty="0" err="1"/>
              <a:t>coelho</a:t>
            </a:r>
            <a:endParaRPr lang="en-US" dirty="0"/>
          </a:p>
        </p:txBody>
      </p:sp>
    </p:spTree>
    <p:extLst>
      <p:ext uri="{BB962C8B-B14F-4D97-AF65-F5344CB8AC3E}">
        <p14:creationId xmlns:p14="http://schemas.microsoft.com/office/powerpoint/2010/main" val="347618861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D872C6C-3E07-4AC6-B68D-9AFE69A9DDB5}"/>
              </a:ext>
            </a:extLst>
          </p:cNvPr>
          <p:cNvSpPr>
            <a:spLocks noGrp="1"/>
          </p:cNvSpPr>
          <p:nvPr>
            <p:ph type="title"/>
          </p:nvPr>
        </p:nvSpPr>
        <p:spPr/>
        <p:txBody>
          <a:bodyPr/>
          <a:lstStyle/>
          <a:p>
            <a:r>
              <a:rPr lang="pt-BR" dirty="0"/>
              <a:t>Pré-processamento (EDIFÍCIO DE INTERESSE)</a:t>
            </a:r>
          </a:p>
        </p:txBody>
      </p:sp>
      <p:sp>
        <p:nvSpPr>
          <p:cNvPr id="3" name="Espaço Reservado para Conteúdo 2">
            <a:extLst>
              <a:ext uri="{FF2B5EF4-FFF2-40B4-BE49-F238E27FC236}">
                <a16:creationId xmlns:a16="http://schemas.microsoft.com/office/drawing/2014/main" id="{E1647ED6-C6B8-46F3-976C-6B7EECBA62C5}"/>
              </a:ext>
            </a:extLst>
          </p:cNvPr>
          <p:cNvSpPr>
            <a:spLocks noGrp="1"/>
          </p:cNvSpPr>
          <p:nvPr>
            <p:ph idx="1"/>
          </p:nvPr>
        </p:nvSpPr>
        <p:spPr>
          <a:xfrm>
            <a:off x="581193" y="2340864"/>
            <a:ext cx="11029615" cy="3634486"/>
          </a:xfrm>
        </p:spPr>
        <p:txBody>
          <a:bodyPr>
            <a:normAutofit fontScale="92500" lnSpcReduction="10000"/>
          </a:bodyPr>
          <a:lstStyle/>
          <a:p>
            <a:pPr algn="just"/>
            <a:r>
              <a:rPr lang="pt-BR" sz="2000" dirty="0"/>
              <a:t>Edifício de interesse: </a:t>
            </a:r>
            <a:r>
              <a:rPr lang="pt-BR" sz="2000" b="1" dirty="0" err="1"/>
              <a:t>SiteId</a:t>
            </a:r>
            <a:r>
              <a:rPr lang="pt-BR" sz="2000" b="1" dirty="0"/>
              <a:t> = 40</a:t>
            </a:r>
            <a:r>
              <a:rPr lang="pt-BR" sz="2000" dirty="0"/>
              <a:t>;</a:t>
            </a:r>
          </a:p>
          <a:p>
            <a:pPr algn="just"/>
            <a:r>
              <a:rPr lang="pt-BR" sz="2000" b="1" dirty="0"/>
              <a:t>17.352 registros</a:t>
            </a:r>
            <a:r>
              <a:rPr lang="pt-BR" sz="2000" dirty="0"/>
              <a:t> de energia;</a:t>
            </a:r>
          </a:p>
          <a:p>
            <a:pPr algn="just"/>
            <a:r>
              <a:rPr lang="pt-BR" sz="2000" b="1" dirty="0"/>
              <a:t>99%</a:t>
            </a:r>
            <a:r>
              <a:rPr lang="pt-BR" sz="2000" dirty="0"/>
              <a:t> da base possui registro de temperatura; </a:t>
            </a:r>
          </a:p>
          <a:p>
            <a:pPr algn="just"/>
            <a:r>
              <a:rPr lang="pt-BR" sz="2000" dirty="0"/>
              <a:t>Período </a:t>
            </a:r>
            <a:r>
              <a:rPr lang="pt-BR" sz="2000" b="1" dirty="0"/>
              <a:t>03 de julho de 2015</a:t>
            </a:r>
            <a:r>
              <a:rPr lang="pt-BR" sz="2000" dirty="0"/>
              <a:t> a </a:t>
            </a:r>
            <a:r>
              <a:rPr lang="pt-BR" sz="2000" b="1" dirty="0"/>
              <a:t>08 de novembro de 2017</a:t>
            </a:r>
            <a:r>
              <a:rPr lang="pt-BR" sz="2000" dirty="0"/>
              <a:t>;</a:t>
            </a:r>
          </a:p>
          <a:p>
            <a:pPr algn="just"/>
            <a:r>
              <a:rPr lang="pt-BR" sz="2000" dirty="0"/>
              <a:t>Medições com frequência de 1h;</a:t>
            </a:r>
          </a:p>
          <a:p>
            <a:pPr algn="just"/>
            <a:r>
              <a:rPr lang="pt-BR" sz="2000" dirty="0"/>
              <a:t>17 gaps de medições;</a:t>
            </a:r>
          </a:p>
          <a:p>
            <a:r>
              <a:rPr lang="pt-BR" sz="2000" dirty="0"/>
              <a:t>Limpeza da base;</a:t>
            </a:r>
          </a:p>
          <a:p>
            <a:r>
              <a:rPr lang="pt-BR" sz="2000" dirty="0"/>
              <a:t>Consideração da menor distância de medição.</a:t>
            </a:r>
          </a:p>
          <a:p>
            <a:pPr marL="0" indent="0" algn="just">
              <a:buNone/>
            </a:pPr>
            <a:endParaRPr lang="pt-BR" dirty="0"/>
          </a:p>
        </p:txBody>
      </p:sp>
      <p:sp>
        <p:nvSpPr>
          <p:cNvPr id="6" name="Espaço Reservado para Número de Slide 5">
            <a:extLst>
              <a:ext uri="{FF2B5EF4-FFF2-40B4-BE49-F238E27FC236}">
                <a16:creationId xmlns:a16="http://schemas.microsoft.com/office/drawing/2014/main" id="{A5545136-9C6F-49EA-A1A8-596EA8B2F23E}"/>
              </a:ext>
            </a:extLst>
          </p:cNvPr>
          <p:cNvSpPr>
            <a:spLocks noGrp="1"/>
          </p:cNvSpPr>
          <p:nvPr>
            <p:ph type="sldNum" sz="quarter" idx="12"/>
          </p:nvPr>
        </p:nvSpPr>
        <p:spPr/>
        <p:txBody>
          <a:bodyPr/>
          <a:lstStyle/>
          <a:p>
            <a:pPr rtl="0"/>
            <a:fld id="{3A98EE3D-8CD1-4C3F-BD1C-C98C9596463C}" type="slidenum">
              <a:rPr lang="en-US" smtClean="0"/>
              <a:t>15</a:t>
            </a:fld>
            <a:r>
              <a:rPr lang="en-US" dirty="0"/>
              <a:t> / 29</a:t>
            </a:r>
          </a:p>
        </p:txBody>
      </p:sp>
      <p:sp>
        <p:nvSpPr>
          <p:cNvPr id="4" name="Espaço Reservado para Rodapé 3">
            <a:extLst>
              <a:ext uri="{FF2B5EF4-FFF2-40B4-BE49-F238E27FC236}">
                <a16:creationId xmlns:a16="http://schemas.microsoft.com/office/drawing/2014/main" id="{A22A9539-D115-4494-A4B5-A7BC563A733A}"/>
              </a:ext>
            </a:extLst>
          </p:cNvPr>
          <p:cNvSpPr>
            <a:spLocks noGrp="1"/>
          </p:cNvSpPr>
          <p:nvPr>
            <p:ph type="ftr" sz="quarter" idx="11"/>
          </p:nvPr>
        </p:nvSpPr>
        <p:spPr/>
        <p:txBody>
          <a:bodyPr/>
          <a:lstStyle/>
          <a:p>
            <a:r>
              <a:rPr lang="en-US" dirty="0"/>
              <a:t>METODOLOGIA – </a:t>
            </a:r>
            <a:r>
              <a:rPr lang="en-US" dirty="0" err="1"/>
              <a:t>trabalho</a:t>
            </a:r>
            <a:r>
              <a:rPr lang="en-US" dirty="0"/>
              <a:t> de </a:t>
            </a:r>
            <a:r>
              <a:rPr lang="en-US" dirty="0" err="1"/>
              <a:t>conclusão</a:t>
            </a:r>
            <a:r>
              <a:rPr lang="en-US" dirty="0"/>
              <a:t> de </a:t>
            </a:r>
            <a:r>
              <a:rPr lang="en-US" dirty="0" err="1"/>
              <a:t>curso</a:t>
            </a:r>
            <a:r>
              <a:rPr lang="en-US" dirty="0"/>
              <a:t> – Evandro </a:t>
            </a:r>
            <a:r>
              <a:rPr lang="en-US" dirty="0" err="1"/>
              <a:t>coelho</a:t>
            </a:r>
            <a:endParaRPr lang="en-US" dirty="0"/>
          </a:p>
        </p:txBody>
      </p:sp>
      <p:sp>
        <p:nvSpPr>
          <p:cNvPr id="9" name="Espaço Reservado para Conteúdo 2">
            <a:extLst>
              <a:ext uri="{FF2B5EF4-FFF2-40B4-BE49-F238E27FC236}">
                <a16:creationId xmlns:a16="http://schemas.microsoft.com/office/drawing/2014/main" id="{3C782911-8722-4821-BCBC-CC88951BA1F0}"/>
              </a:ext>
            </a:extLst>
          </p:cNvPr>
          <p:cNvSpPr txBox="1">
            <a:spLocks/>
          </p:cNvSpPr>
          <p:nvPr/>
        </p:nvSpPr>
        <p:spPr>
          <a:xfrm>
            <a:off x="6493166" y="2493264"/>
            <a:ext cx="5270041" cy="3634486"/>
          </a:xfrm>
          <a:prstGeom prst="rect">
            <a:avLst/>
          </a:prstGeom>
        </p:spPr>
        <p:txBody>
          <a:bodyPr vert="horz" lIns="91440" tIns="45720" rIns="91440" bIns="45720" rtlCol="0" anchor="ctr">
            <a:normAutofit/>
          </a:bodyPr>
          <a:lstStyle>
            <a:lvl1pPr marL="306000" indent="-306000" algn="l" defTabSz="457200" rtl="0" eaLnBrk="1" latinLnBrk="0" hangingPunct="1">
              <a:lnSpc>
                <a:spcPct val="110000"/>
              </a:lnSpc>
              <a:spcBef>
                <a:spcPct val="20000"/>
              </a:spcBef>
              <a:spcAft>
                <a:spcPts val="600"/>
              </a:spcAft>
              <a:buClr>
                <a:schemeClr val="accent1"/>
              </a:buClr>
              <a:buSzPct val="92000"/>
              <a:buFont typeface="Wingdings 2" panose="05020102010507070707" pitchFamily="18" charset="2"/>
              <a:buChar char=""/>
              <a:defRPr sz="1700" kern="1200">
                <a:solidFill>
                  <a:schemeClr val="tx1">
                    <a:lumMod val="75000"/>
                    <a:lumOff val="25000"/>
                  </a:schemeClr>
                </a:solidFill>
                <a:latin typeface="+mn-lt"/>
                <a:ea typeface="+mn-ea"/>
                <a:cs typeface="+mn-cs"/>
              </a:defRPr>
            </a:lvl1pPr>
            <a:lvl2pPr marL="630000" indent="-306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400" kern="1200">
                <a:solidFill>
                  <a:schemeClr val="tx1">
                    <a:lumMod val="75000"/>
                    <a:lumOff val="25000"/>
                  </a:schemeClr>
                </a:solidFill>
                <a:latin typeface="+mn-lt"/>
                <a:ea typeface="+mn-ea"/>
                <a:cs typeface="+mn-cs"/>
              </a:defRPr>
            </a:lvl2pPr>
            <a:lvl3pPr marL="900000" indent="-270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300" kern="1200">
                <a:solidFill>
                  <a:schemeClr val="tx1">
                    <a:lumMod val="75000"/>
                    <a:lumOff val="25000"/>
                  </a:schemeClr>
                </a:solidFill>
                <a:latin typeface="+mn-lt"/>
                <a:ea typeface="+mn-ea"/>
                <a:cs typeface="+mn-cs"/>
              </a:defRPr>
            </a:lvl3pPr>
            <a:lvl4pPr marL="124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4pPr>
            <a:lvl5pPr marL="160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just">
              <a:buFont typeface="Wingdings 2" panose="05020102010507070707" pitchFamily="18" charset="2"/>
              <a:buNone/>
            </a:pPr>
            <a:endParaRPr lang="pt-BR" dirty="0"/>
          </a:p>
        </p:txBody>
      </p:sp>
    </p:spTree>
    <p:extLst>
      <p:ext uri="{BB962C8B-B14F-4D97-AF65-F5344CB8AC3E}">
        <p14:creationId xmlns:p14="http://schemas.microsoft.com/office/powerpoint/2010/main" val="247949023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D872C6C-3E07-4AC6-B68D-9AFE69A9DDB5}"/>
              </a:ext>
            </a:extLst>
          </p:cNvPr>
          <p:cNvSpPr>
            <a:spLocks noGrp="1"/>
          </p:cNvSpPr>
          <p:nvPr>
            <p:ph type="title"/>
          </p:nvPr>
        </p:nvSpPr>
        <p:spPr/>
        <p:txBody>
          <a:bodyPr/>
          <a:lstStyle/>
          <a:p>
            <a:r>
              <a:rPr lang="pt-BR" dirty="0"/>
              <a:t>Pré-processamento</a:t>
            </a:r>
          </a:p>
        </p:txBody>
      </p:sp>
      <p:sp>
        <p:nvSpPr>
          <p:cNvPr id="6" name="Espaço Reservado para Número de Slide 5">
            <a:extLst>
              <a:ext uri="{FF2B5EF4-FFF2-40B4-BE49-F238E27FC236}">
                <a16:creationId xmlns:a16="http://schemas.microsoft.com/office/drawing/2014/main" id="{A5545136-9C6F-49EA-A1A8-596EA8B2F23E}"/>
              </a:ext>
            </a:extLst>
          </p:cNvPr>
          <p:cNvSpPr>
            <a:spLocks noGrp="1"/>
          </p:cNvSpPr>
          <p:nvPr>
            <p:ph type="sldNum" sz="quarter" idx="12"/>
          </p:nvPr>
        </p:nvSpPr>
        <p:spPr/>
        <p:txBody>
          <a:bodyPr/>
          <a:lstStyle/>
          <a:p>
            <a:pPr rtl="0"/>
            <a:fld id="{3A98EE3D-8CD1-4C3F-BD1C-C98C9596463C}" type="slidenum">
              <a:rPr lang="en-US" smtClean="0"/>
              <a:t>16</a:t>
            </a:fld>
            <a:r>
              <a:rPr lang="en-US" dirty="0"/>
              <a:t> / 29</a:t>
            </a:r>
          </a:p>
        </p:txBody>
      </p:sp>
      <p:pic>
        <p:nvPicPr>
          <p:cNvPr id="8" name="Espaço Reservado para Conteúdo 7">
            <a:extLst>
              <a:ext uri="{FF2B5EF4-FFF2-40B4-BE49-F238E27FC236}">
                <a16:creationId xmlns:a16="http://schemas.microsoft.com/office/drawing/2014/main" id="{B498C6D5-0BA5-48F0-9B77-3B02C59B8ADB}"/>
              </a:ext>
            </a:extLst>
          </p:cNvPr>
          <p:cNvPicPr>
            <a:picLocks noGrp="1"/>
          </p:cNvPicPr>
          <p:nvPr>
            <p:ph idx="1"/>
          </p:nvPr>
        </p:nvPicPr>
        <p:blipFill>
          <a:blip r:embed="rId2" cstate="print">
            <a:extLst>
              <a:ext uri="{28A0092B-C50C-407E-A947-70E740481C1C}">
                <a14:useLocalDpi xmlns:a14="http://schemas.microsoft.com/office/drawing/2010/main" val="0"/>
              </a:ext>
            </a:extLst>
          </a:blip>
          <a:srcRect/>
          <a:stretch>
            <a:fillRect/>
          </a:stretch>
        </p:blipFill>
        <p:spPr bwMode="auto">
          <a:xfrm>
            <a:off x="232452" y="2482087"/>
            <a:ext cx="5863548" cy="3127676"/>
          </a:xfrm>
          <a:prstGeom prst="rect">
            <a:avLst/>
          </a:prstGeom>
          <a:noFill/>
          <a:ln>
            <a:noFill/>
          </a:ln>
        </p:spPr>
      </p:pic>
      <p:pic>
        <p:nvPicPr>
          <p:cNvPr id="10" name="Imagem 9">
            <a:extLst>
              <a:ext uri="{FF2B5EF4-FFF2-40B4-BE49-F238E27FC236}">
                <a16:creationId xmlns:a16="http://schemas.microsoft.com/office/drawing/2014/main" id="{0CEA140A-1682-4982-80EE-D55DF4EC26D9}"/>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98040" y="2482087"/>
            <a:ext cx="5761509" cy="3127676"/>
          </a:xfrm>
          <a:prstGeom prst="rect">
            <a:avLst/>
          </a:prstGeom>
          <a:noFill/>
          <a:ln>
            <a:noFill/>
          </a:ln>
        </p:spPr>
      </p:pic>
      <p:sp>
        <p:nvSpPr>
          <p:cNvPr id="3" name="Espaço Reservado para Rodapé 2">
            <a:extLst>
              <a:ext uri="{FF2B5EF4-FFF2-40B4-BE49-F238E27FC236}">
                <a16:creationId xmlns:a16="http://schemas.microsoft.com/office/drawing/2014/main" id="{914AAFF0-401A-47F4-A317-A96CC9102965}"/>
              </a:ext>
            </a:extLst>
          </p:cNvPr>
          <p:cNvSpPr>
            <a:spLocks noGrp="1"/>
          </p:cNvSpPr>
          <p:nvPr>
            <p:ph type="ftr" sz="quarter" idx="11"/>
          </p:nvPr>
        </p:nvSpPr>
        <p:spPr/>
        <p:txBody>
          <a:bodyPr/>
          <a:lstStyle/>
          <a:p>
            <a:r>
              <a:rPr lang="en-US" dirty="0"/>
              <a:t>METODOLOGIA – </a:t>
            </a:r>
            <a:r>
              <a:rPr lang="en-US" dirty="0" err="1"/>
              <a:t>trabalho</a:t>
            </a:r>
            <a:r>
              <a:rPr lang="en-US" dirty="0"/>
              <a:t> de </a:t>
            </a:r>
            <a:r>
              <a:rPr lang="en-US" dirty="0" err="1"/>
              <a:t>conclusão</a:t>
            </a:r>
            <a:r>
              <a:rPr lang="en-US" dirty="0"/>
              <a:t> de </a:t>
            </a:r>
            <a:r>
              <a:rPr lang="en-US" dirty="0" err="1"/>
              <a:t>curso</a:t>
            </a:r>
            <a:r>
              <a:rPr lang="en-US" dirty="0"/>
              <a:t> – Evandro </a:t>
            </a:r>
            <a:r>
              <a:rPr lang="en-US" dirty="0" err="1"/>
              <a:t>coelho</a:t>
            </a:r>
            <a:endParaRPr lang="en-US" dirty="0"/>
          </a:p>
        </p:txBody>
      </p:sp>
    </p:spTree>
    <p:extLst>
      <p:ext uri="{BB962C8B-B14F-4D97-AF65-F5344CB8AC3E}">
        <p14:creationId xmlns:p14="http://schemas.microsoft.com/office/powerpoint/2010/main" val="293926265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D872C6C-3E07-4AC6-B68D-9AFE69A9DDB5}"/>
              </a:ext>
            </a:extLst>
          </p:cNvPr>
          <p:cNvSpPr>
            <a:spLocks noGrp="1"/>
          </p:cNvSpPr>
          <p:nvPr>
            <p:ph type="title"/>
          </p:nvPr>
        </p:nvSpPr>
        <p:spPr/>
        <p:txBody>
          <a:bodyPr/>
          <a:lstStyle/>
          <a:p>
            <a:r>
              <a:rPr lang="pt-BR" dirty="0"/>
              <a:t>Pré-processamento</a:t>
            </a:r>
          </a:p>
        </p:txBody>
      </p:sp>
      <p:sp>
        <p:nvSpPr>
          <p:cNvPr id="3" name="Espaço Reservado para Conteúdo 2">
            <a:extLst>
              <a:ext uri="{FF2B5EF4-FFF2-40B4-BE49-F238E27FC236}">
                <a16:creationId xmlns:a16="http://schemas.microsoft.com/office/drawing/2014/main" id="{E1647ED6-C6B8-46F3-976C-6B7EECBA62C5}"/>
              </a:ext>
            </a:extLst>
          </p:cNvPr>
          <p:cNvSpPr>
            <a:spLocks noGrp="1"/>
          </p:cNvSpPr>
          <p:nvPr>
            <p:ph idx="1"/>
          </p:nvPr>
        </p:nvSpPr>
        <p:spPr>
          <a:xfrm>
            <a:off x="581192" y="2340864"/>
            <a:ext cx="11029615" cy="1469693"/>
          </a:xfrm>
        </p:spPr>
        <p:txBody>
          <a:bodyPr>
            <a:normAutofit/>
          </a:bodyPr>
          <a:lstStyle/>
          <a:p>
            <a:r>
              <a:rPr lang="pt-BR" dirty="0"/>
              <a:t>Recurso de </a:t>
            </a:r>
            <a:r>
              <a:rPr lang="pt-BR" i="1" dirty="0" err="1"/>
              <a:t>Kaleko</a:t>
            </a:r>
            <a:r>
              <a:rPr lang="pt-BR" dirty="0"/>
              <a:t> (2017), </a:t>
            </a:r>
            <a:r>
              <a:rPr lang="pt-BR" b="1" dirty="0"/>
              <a:t>considerando os minutos</a:t>
            </a:r>
            <a:r>
              <a:rPr lang="pt-BR" dirty="0"/>
              <a:t>;</a:t>
            </a:r>
          </a:p>
          <a:p>
            <a:r>
              <a:rPr lang="pt-BR" dirty="0"/>
              <a:t>Duas colunas para descrever o tempo.</a:t>
            </a:r>
          </a:p>
        </p:txBody>
      </p:sp>
      <p:sp>
        <p:nvSpPr>
          <p:cNvPr id="6" name="Espaço Reservado para Número de Slide 5">
            <a:extLst>
              <a:ext uri="{FF2B5EF4-FFF2-40B4-BE49-F238E27FC236}">
                <a16:creationId xmlns:a16="http://schemas.microsoft.com/office/drawing/2014/main" id="{A5545136-9C6F-49EA-A1A8-596EA8B2F23E}"/>
              </a:ext>
            </a:extLst>
          </p:cNvPr>
          <p:cNvSpPr>
            <a:spLocks noGrp="1"/>
          </p:cNvSpPr>
          <p:nvPr>
            <p:ph type="sldNum" sz="quarter" idx="12"/>
          </p:nvPr>
        </p:nvSpPr>
        <p:spPr/>
        <p:txBody>
          <a:bodyPr/>
          <a:lstStyle/>
          <a:p>
            <a:pPr rtl="0"/>
            <a:fld id="{3A98EE3D-8CD1-4C3F-BD1C-C98C9596463C}" type="slidenum">
              <a:rPr lang="en-US" smtClean="0"/>
              <a:t>17</a:t>
            </a:fld>
            <a:r>
              <a:rPr lang="en-US" dirty="0"/>
              <a:t> / 29</a:t>
            </a:r>
          </a:p>
        </p:txBody>
      </p:sp>
      <mc:AlternateContent xmlns:mc="http://schemas.openxmlformats.org/markup-compatibility/2006" xmlns:a14="http://schemas.microsoft.com/office/drawing/2010/main">
        <mc:Choice Requires="a14">
          <p:sp>
            <p:nvSpPr>
              <p:cNvPr id="9" name="CaixaDeTexto 8">
                <a:extLst>
                  <a:ext uri="{FF2B5EF4-FFF2-40B4-BE49-F238E27FC236}">
                    <a16:creationId xmlns:a16="http://schemas.microsoft.com/office/drawing/2014/main" id="{AB27657B-F02F-4A21-8CF3-907D76705571}"/>
                  </a:ext>
                </a:extLst>
              </p:cNvPr>
              <p:cNvSpPr txBox="1"/>
              <p:nvPr/>
            </p:nvSpPr>
            <p:spPr>
              <a:xfrm>
                <a:off x="0" y="4073010"/>
                <a:ext cx="6096000" cy="80823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𝑑𝑓</m:t>
                      </m:r>
                      <m:d>
                        <m:dPr>
                          <m:begChr m:val="["/>
                          <m:endChr m:val="]"/>
                          <m:ctrlPr>
                            <a:rPr lang="pt-BR" i="1">
                              <a:solidFill>
                                <a:srgbClr val="836967"/>
                              </a:solidFill>
                              <a:latin typeface="Cambria Math" panose="02040503050406030204" pitchFamily="18" charset="0"/>
                            </a:rPr>
                          </m:ctrlPr>
                        </m:dPr>
                        <m:e>
                          <m:r>
                            <a:rPr lang="pt-BR" i="1">
                              <a:latin typeface="Cambria Math" panose="02040503050406030204" pitchFamily="18" charset="0"/>
                            </a:rPr>
                            <m:t>h𝑟</m:t>
                          </m:r>
                          <m:r>
                            <m:rPr>
                              <m:lit/>
                            </m:rPr>
                            <a:rPr lang="pt-BR" i="0">
                              <a:latin typeface="Cambria Math" panose="02040503050406030204" pitchFamily="18" charset="0"/>
                            </a:rPr>
                            <m:t>_</m:t>
                          </m:r>
                          <m:r>
                            <a:rPr lang="pt-BR" i="1">
                              <a:latin typeface="Cambria Math" panose="02040503050406030204" pitchFamily="18" charset="0"/>
                            </a:rPr>
                            <m:t>𝑠𝑖𝑛</m:t>
                          </m:r>
                        </m:e>
                      </m:d>
                      <m:r>
                        <a:rPr lang="pt-BR" i="0">
                          <a:latin typeface="Cambria Math" panose="02040503050406030204" pitchFamily="18" charset="0"/>
                        </a:rPr>
                        <m:t>=</m:t>
                      </m:r>
                      <m:r>
                        <a:rPr lang="pt-BR" i="1">
                          <a:latin typeface="Cambria Math" panose="02040503050406030204" pitchFamily="18" charset="0"/>
                        </a:rPr>
                        <m:t>𝑠𝑒𝑛</m:t>
                      </m:r>
                      <m:d>
                        <m:dPr>
                          <m:ctrlPr>
                            <a:rPr lang="pt-BR" i="1">
                              <a:solidFill>
                                <a:srgbClr val="836967"/>
                              </a:solidFill>
                              <a:latin typeface="Cambria Math" panose="02040503050406030204" pitchFamily="18" charset="0"/>
                            </a:rPr>
                          </m:ctrlPr>
                        </m:dPr>
                        <m:e>
                          <m:d>
                            <m:dPr>
                              <m:ctrlPr>
                                <a:rPr lang="pt-BR" i="1">
                                  <a:solidFill>
                                    <a:srgbClr val="836967"/>
                                  </a:solidFill>
                                  <a:latin typeface="Cambria Math" panose="02040503050406030204" pitchFamily="18" charset="0"/>
                                </a:rPr>
                              </m:ctrlPr>
                            </m:dPr>
                            <m:e>
                              <m:r>
                                <a:rPr lang="pt-BR" i="1">
                                  <a:latin typeface="Cambria Math" panose="02040503050406030204" pitchFamily="18" charset="0"/>
                                </a:rPr>
                                <m:t>h𝑜𝑟𝑎</m:t>
                              </m:r>
                              <m:r>
                                <a:rPr lang="pt-BR" i="0">
                                  <a:latin typeface="Cambria Math" panose="02040503050406030204" pitchFamily="18" charset="0"/>
                                </a:rPr>
                                <m:t>+</m:t>
                              </m:r>
                              <m:f>
                                <m:fPr>
                                  <m:ctrlPr>
                                    <a:rPr lang="pt-BR" i="1">
                                      <a:solidFill>
                                        <a:srgbClr val="836967"/>
                                      </a:solidFill>
                                      <a:latin typeface="Cambria Math" panose="02040503050406030204" pitchFamily="18" charset="0"/>
                                    </a:rPr>
                                  </m:ctrlPr>
                                </m:fPr>
                                <m:num>
                                  <m:r>
                                    <a:rPr lang="pt-BR" i="1">
                                      <a:latin typeface="Cambria Math" panose="02040503050406030204" pitchFamily="18" charset="0"/>
                                    </a:rPr>
                                    <m:t>𝑚𝑖𝑛</m:t>
                                  </m:r>
                                </m:num>
                                <m:den>
                                  <m:r>
                                    <a:rPr lang="pt-BR" i="0">
                                      <a:latin typeface="Cambria Math" panose="02040503050406030204" pitchFamily="18" charset="0"/>
                                    </a:rPr>
                                    <m:t>60</m:t>
                                  </m:r>
                                </m:den>
                              </m:f>
                            </m:e>
                          </m:d>
                          <m:r>
                            <a:rPr lang="pt-BR" i="0">
                              <a:latin typeface="Cambria Math" panose="02040503050406030204" pitchFamily="18" charset="0"/>
                            </a:rPr>
                            <m:t>.</m:t>
                          </m:r>
                          <m:f>
                            <m:fPr>
                              <m:ctrlPr>
                                <a:rPr lang="pt-BR" i="1">
                                  <a:solidFill>
                                    <a:srgbClr val="836967"/>
                                  </a:solidFill>
                                  <a:latin typeface="Cambria Math" panose="02040503050406030204" pitchFamily="18" charset="0"/>
                                </a:rPr>
                              </m:ctrlPr>
                            </m:fPr>
                            <m:num>
                              <m:r>
                                <a:rPr lang="pt-BR" i="0">
                                  <a:latin typeface="Cambria Math" panose="02040503050406030204" pitchFamily="18" charset="0"/>
                                </a:rPr>
                                <m:t>2</m:t>
                              </m:r>
                              <m:r>
                                <a:rPr lang="pt-BR" i="1">
                                  <a:latin typeface="Cambria Math" panose="02040503050406030204" pitchFamily="18" charset="0"/>
                                </a:rPr>
                                <m:t>𝜋</m:t>
                              </m:r>
                            </m:num>
                            <m:den>
                              <m:r>
                                <a:rPr lang="pt-BR" i="0">
                                  <a:latin typeface="Cambria Math" panose="02040503050406030204" pitchFamily="18" charset="0"/>
                                </a:rPr>
                                <m:t>24</m:t>
                              </m:r>
                            </m:den>
                          </m:f>
                        </m:e>
                      </m:d>
                    </m:oMath>
                  </m:oMathPara>
                </a14:m>
                <a:endParaRPr lang="pt-BR" dirty="0"/>
              </a:p>
            </p:txBody>
          </p:sp>
        </mc:Choice>
        <mc:Fallback xmlns="">
          <p:sp>
            <p:nvSpPr>
              <p:cNvPr id="9" name="CaixaDeTexto 8">
                <a:extLst>
                  <a:ext uri="{FF2B5EF4-FFF2-40B4-BE49-F238E27FC236}">
                    <a16:creationId xmlns:a16="http://schemas.microsoft.com/office/drawing/2014/main" id="{AB27657B-F02F-4A21-8CF3-907D76705571}"/>
                  </a:ext>
                </a:extLst>
              </p:cNvPr>
              <p:cNvSpPr txBox="1">
                <a:spLocks noRot="1" noChangeAspect="1" noMove="1" noResize="1" noEditPoints="1" noAdjustHandles="1" noChangeArrowheads="1" noChangeShapeType="1" noTextEdit="1"/>
              </p:cNvSpPr>
              <p:nvPr/>
            </p:nvSpPr>
            <p:spPr>
              <a:xfrm>
                <a:off x="0" y="4073010"/>
                <a:ext cx="6096000" cy="808235"/>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CED55A70-41D8-49CB-9B0A-107BEBA87226}"/>
                  </a:ext>
                </a:extLst>
              </p:cNvPr>
              <p:cNvSpPr txBox="1"/>
              <p:nvPr/>
            </p:nvSpPr>
            <p:spPr>
              <a:xfrm>
                <a:off x="0" y="5143698"/>
                <a:ext cx="6093724" cy="80823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𝑑𝑓</m:t>
                      </m:r>
                      <m:d>
                        <m:dPr>
                          <m:begChr m:val="["/>
                          <m:endChr m:val="]"/>
                          <m:ctrlPr>
                            <a:rPr lang="pt-BR" i="1">
                              <a:solidFill>
                                <a:srgbClr val="836967"/>
                              </a:solidFill>
                              <a:latin typeface="Cambria Math" panose="02040503050406030204" pitchFamily="18" charset="0"/>
                            </a:rPr>
                          </m:ctrlPr>
                        </m:dPr>
                        <m:e>
                          <m:r>
                            <a:rPr lang="pt-BR" i="1">
                              <a:latin typeface="Cambria Math" panose="02040503050406030204" pitchFamily="18" charset="0"/>
                            </a:rPr>
                            <m:t>h𝑟</m:t>
                          </m:r>
                          <m:r>
                            <m:rPr>
                              <m:lit/>
                            </m:rPr>
                            <a:rPr lang="pt-BR" i="0">
                              <a:latin typeface="Cambria Math" panose="02040503050406030204" pitchFamily="18" charset="0"/>
                            </a:rPr>
                            <m:t>_</m:t>
                          </m:r>
                          <m:r>
                            <a:rPr lang="pt-BR" i="1">
                              <a:latin typeface="Cambria Math" panose="02040503050406030204" pitchFamily="18" charset="0"/>
                            </a:rPr>
                            <m:t>𝑐𝑜𝑠</m:t>
                          </m:r>
                        </m:e>
                      </m:d>
                      <m:r>
                        <a:rPr lang="pt-BR" i="0">
                          <a:latin typeface="Cambria Math" panose="02040503050406030204" pitchFamily="18" charset="0"/>
                        </a:rPr>
                        <m:t>=</m:t>
                      </m:r>
                      <m:r>
                        <a:rPr lang="pt-BR" i="1">
                          <a:latin typeface="Cambria Math" panose="02040503050406030204" pitchFamily="18" charset="0"/>
                        </a:rPr>
                        <m:t>𝑐𝑜𝑠</m:t>
                      </m:r>
                      <m:d>
                        <m:dPr>
                          <m:ctrlPr>
                            <a:rPr lang="pt-BR" i="1">
                              <a:solidFill>
                                <a:srgbClr val="836967"/>
                              </a:solidFill>
                              <a:latin typeface="Cambria Math" panose="02040503050406030204" pitchFamily="18" charset="0"/>
                            </a:rPr>
                          </m:ctrlPr>
                        </m:dPr>
                        <m:e>
                          <m:d>
                            <m:dPr>
                              <m:ctrlPr>
                                <a:rPr lang="pt-BR" i="1">
                                  <a:solidFill>
                                    <a:srgbClr val="836967"/>
                                  </a:solidFill>
                                  <a:latin typeface="Cambria Math" panose="02040503050406030204" pitchFamily="18" charset="0"/>
                                </a:rPr>
                              </m:ctrlPr>
                            </m:dPr>
                            <m:e>
                              <m:r>
                                <a:rPr lang="pt-BR" i="1">
                                  <a:latin typeface="Cambria Math" panose="02040503050406030204" pitchFamily="18" charset="0"/>
                                </a:rPr>
                                <m:t>h𝑜𝑟𝑎</m:t>
                              </m:r>
                              <m:r>
                                <a:rPr lang="pt-BR" i="0">
                                  <a:latin typeface="Cambria Math" panose="02040503050406030204" pitchFamily="18" charset="0"/>
                                </a:rPr>
                                <m:t>+</m:t>
                              </m:r>
                              <m:f>
                                <m:fPr>
                                  <m:ctrlPr>
                                    <a:rPr lang="pt-BR" i="1">
                                      <a:solidFill>
                                        <a:srgbClr val="836967"/>
                                      </a:solidFill>
                                      <a:latin typeface="Cambria Math" panose="02040503050406030204" pitchFamily="18" charset="0"/>
                                    </a:rPr>
                                  </m:ctrlPr>
                                </m:fPr>
                                <m:num>
                                  <m:r>
                                    <a:rPr lang="pt-BR" i="1">
                                      <a:latin typeface="Cambria Math" panose="02040503050406030204" pitchFamily="18" charset="0"/>
                                    </a:rPr>
                                    <m:t>𝑚𝑖𝑛</m:t>
                                  </m:r>
                                </m:num>
                                <m:den>
                                  <m:r>
                                    <a:rPr lang="pt-BR" i="0">
                                      <a:latin typeface="Cambria Math" panose="02040503050406030204" pitchFamily="18" charset="0"/>
                                    </a:rPr>
                                    <m:t>60</m:t>
                                  </m:r>
                                </m:den>
                              </m:f>
                            </m:e>
                          </m:d>
                          <m:r>
                            <a:rPr lang="pt-BR" i="0">
                              <a:latin typeface="Cambria Math" panose="02040503050406030204" pitchFamily="18" charset="0"/>
                            </a:rPr>
                            <m:t>.</m:t>
                          </m:r>
                          <m:f>
                            <m:fPr>
                              <m:ctrlPr>
                                <a:rPr lang="pt-BR" i="1">
                                  <a:solidFill>
                                    <a:srgbClr val="836967"/>
                                  </a:solidFill>
                                  <a:latin typeface="Cambria Math" panose="02040503050406030204" pitchFamily="18" charset="0"/>
                                </a:rPr>
                              </m:ctrlPr>
                            </m:fPr>
                            <m:num>
                              <m:r>
                                <a:rPr lang="pt-BR" i="0">
                                  <a:latin typeface="Cambria Math" panose="02040503050406030204" pitchFamily="18" charset="0"/>
                                </a:rPr>
                                <m:t>2</m:t>
                              </m:r>
                              <m:r>
                                <a:rPr lang="pt-BR" i="1">
                                  <a:latin typeface="Cambria Math" panose="02040503050406030204" pitchFamily="18" charset="0"/>
                                </a:rPr>
                                <m:t>𝜋</m:t>
                              </m:r>
                            </m:num>
                            <m:den>
                              <m:r>
                                <a:rPr lang="pt-BR" i="0">
                                  <a:latin typeface="Cambria Math" panose="02040503050406030204" pitchFamily="18" charset="0"/>
                                </a:rPr>
                                <m:t>24</m:t>
                              </m:r>
                            </m:den>
                          </m:f>
                        </m:e>
                      </m:d>
                    </m:oMath>
                  </m:oMathPara>
                </a14:m>
                <a:endParaRPr lang="pt-BR" dirty="0"/>
              </a:p>
            </p:txBody>
          </p:sp>
        </mc:Choice>
        <mc:Fallback xmlns="">
          <p:sp>
            <p:nvSpPr>
              <p:cNvPr id="11" name="CaixaDeTexto 10">
                <a:extLst>
                  <a:ext uri="{FF2B5EF4-FFF2-40B4-BE49-F238E27FC236}">
                    <a16:creationId xmlns:a16="http://schemas.microsoft.com/office/drawing/2014/main" id="{CED55A70-41D8-49CB-9B0A-107BEBA87226}"/>
                  </a:ext>
                </a:extLst>
              </p:cNvPr>
              <p:cNvSpPr txBox="1">
                <a:spLocks noRot="1" noChangeAspect="1" noMove="1" noResize="1" noEditPoints="1" noAdjustHandles="1" noChangeArrowheads="1" noChangeShapeType="1" noTextEdit="1"/>
              </p:cNvSpPr>
              <p:nvPr/>
            </p:nvSpPr>
            <p:spPr>
              <a:xfrm>
                <a:off x="0" y="5143698"/>
                <a:ext cx="6093724" cy="808235"/>
              </a:xfrm>
              <a:prstGeom prst="rect">
                <a:avLst/>
              </a:prstGeom>
              <a:blipFill>
                <a:blip r:embed="rId4"/>
                <a:stretch>
                  <a:fillRect/>
                </a:stretch>
              </a:blipFill>
            </p:spPr>
            <p:txBody>
              <a:bodyPr/>
              <a:lstStyle/>
              <a:p>
                <a:r>
                  <a:rPr lang="pt-BR">
                    <a:noFill/>
                  </a:rPr>
                  <a:t> </a:t>
                </a:r>
              </a:p>
            </p:txBody>
          </p:sp>
        </mc:Fallback>
      </mc:AlternateContent>
      <p:pic>
        <p:nvPicPr>
          <p:cNvPr id="12" name="Imagem 11">
            <a:extLst>
              <a:ext uri="{FF2B5EF4-FFF2-40B4-BE49-F238E27FC236}">
                <a16:creationId xmlns:a16="http://schemas.microsoft.com/office/drawing/2014/main" id="{2EF25D40-50AC-4014-B750-BF739676252C}"/>
              </a:ext>
            </a:extLst>
          </p:cNvPr>
          <p:cNvPicPr/>
          <p:nvPr/>
        </p:nvPicPr>
        <p:blipFill>
          <a:blip r:embed="rId5">
            <a:extLst>
              <a:ext uri="{28A0092B-C50C-407E-A947-70E740481C1C}">
                <a14:useLocalDpi xmlns:a14="http://schemas.microsoft.com/office/drawing/2010/main" val="0"/>
              </a:ext>
            </a:extLst>
          </a:blip>
          <a:srcRect/>
          <a:stretch>
            <a:fillRect/>
          </a:stretch>
        </p:blipFill>
        <p:spPr bwMode="auto">
          <a:xfrm>
            <a:off x="6306284" y="2345848"/>
            <a:ext cx="5304523" cy="3809995"/>
          </a:xfrm>
          <a:prstGeom prst="rect">
            <a:avLst/>
          </a:prstGeom>
          <a:noFill/>
          <a:ln>
            <a:noFill/>
          </a:ln>
        </p:spPr>
      </p:pic>
      <p:sp>
        <p:nvSpPr>
          <p:cNvPr id="4" name="Espaço Reservado para Rodapé 3">
            <a:extLst>
              <a:ext uri="{FF2B5EF4-FFF2-40B4-BE49-F238E27FC236}">
                <a16:creationId xmlns:a16="http://schemas.microsoft.com/office/drawing/2014/main" id="{0345B467-AD42-4294-A4C2-D78EAAB24A85}"/>
              </a:ext>
            </a:extLst>
          </p:cNvPr>
          <p:cNvSpPr>
            <a:spLocks noGrp="1"/>
          </p:cNvSpPr>
          <p:nvPr>
            <p:ph type="ftr" sz="quarter" idx="11"/>
          </p:nvPr>
        </p:nvSpPr>
        <p:spPr/>
        <p:txBody>
          <a:bodyPr/>
          <a:lstStyle/>
          <a:p>
            <a:r>
              <a:rPr lang="en-US" dirty="0"/>
              <a:t>METODOLOGIA – </a:t>
            </a:r>
            <a:r>
              <a:rPr lang="en-US" dirty="0" err="1"/>
              <a:t>trabalho</a:t>
            </a:r>
            <a:r>
              <a:rPr lang="en-US" dirty="0"/>
              <a:t> de </a:t>
            </a:r>
            <a:r>
              <a:rPr lang="en-US" dirty="0" err="1"/>
              <a:t>conclusão</a:t>
            </a:r>
            <a:r>
              <a:rPr lang="en-US" dirty="0"/>
              <a:t> de </a:t>
            </a:r>
            <a:r>
              <a:rPr lang="en-US" dirty="0" err="1"/>
              <a:t>curso</a:t>
            </a:r>
            <a:r>
              <a:rPr lang="en-US" dirty="0"/>
              <a:t> – Evandro </a:t>
            </a:r>
            <a:r>
              <a:rPr lang="en-US" dirty="0" err="1"/>
              <a:t>coelho</a:t>
            </a:r>
            <a:endParaRPr lang="en-US" dirty="0"/>
          </a:p>
        </p:txBody>
      </p:sp>
    </p:spTree>
    <p:extLst>
      <p:ext uri="{BB962C8B-B14F-4D97-AF65-F5344CB8AC3E}">
        <p14:creationId xmlns:p14="http://schemas.microsoft.com/office/powerpoint/2010/main" val="399836862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D872C6C-3E07-4AC6-B68D-9AFE69A9DDB5}"/>
              </a:ext>
            </a:extLst>
          </p:cNvPr>
          <p:cNvSpPr>
            <a:spLocks noGrp="1"/>
          </p:cNvSpPr>
          <p:nvPr>
            <p:ph type="title"/>
          </p:nvPr>
        </p:nvSpPr>
        <p:spPr/>
        <p:txBody>
          <a:bodyPr/>
          <a:lstStyle/>
          <a:p>
            <a:r>
              <a:rPr lang="pt-BR" dirty="0"/>
              <a:t>Pré-processamento</a:t>
            </a:r>
          </a:p>
        </p:txBody>
      </p:sp>
      <p:sp>
        <p:nvSpPr>
          <p:cNvPr id="6" name="Espaço Reservado para Número de Slide 5">
            <a:extLst>
              <a:ext uri="{FF2B5EF4-FFF2-40B4-BE49-F238E27FC236}">
                <a16:creationId xmlns:a16="http://schemas.microsoft.com/office/drawing/2014/main" id="{A5545136-9C6F-49EA-A1A8-596EA8B2F23E}"/>
              </a:ext>
            </a:extLst>
          </p:cNvPr>
          <p:cNvSpPr>
            <a:spLocks noGrp="1"/>
          </p:cNvSpPr>
          <p:nvPr>
            <p:ph type="sldNum" sz="quarter" idx="12"/>
          </p:nvPr>
        </p:nvSpPr>
        <p:spPr/>
        <p:txBody>
          <a:bodyPr/>
          <a:lstStyle/>
          <a:p>
            <a:pPr rtl="0"/>
            <a:fld id="{3A98EE3D-8CD1-4C3F-BD1C-C98C9596463C}" type="slidenum">
              <a:rPr lang="en-US" smtClean="0"/>
              <a:t>18</a:t>
            </a:fld>
            <a:r>
              <a:rPr lang="en-US" dirty="0"/>
              <a:t> / 29</a:t>
            </a:r>
          </a:p>
        </p:txBody>
      </p:sp>
      <p:sp>
        <p:nvSpPr>
          <p:cNvPr id="4" name="Espaço Reservado para Rodapé 3">
            <a:extLst>
              <a:ext uri="{FF2B5EF4-FFF2-40B4-BE49-F238E27FC236}">
                <a16:creationId xmlns:a16="http://schemas.microsoft.com/office/drawing/2014/main" id="{0345B467-AD42-4294-A4C2-D78EAAB24A85}"/>
              </a:ext>
            </a:extLst>
          </p:cNvPr>
          <p:cNvSpPr>
            <a:spLocks noGrp="1"/>
          </p:cNvSpPr>
          <p:nvPr>
            <p:ph type="ftr" sz="quarter" idx="11"/>
          </p:nvPr>
        </p:nvSpPr>
        <p:spPr/>
        <p:txBody>
          <a:bodyPr/>
          <a:lstStyle/>
          <a:p>
            <a:r>
              <a:rPr lang="en-US" dirty="0"/>
              <a:t>METODOLOGIA – </a:t>
            </a:r>
            <a:r>
              <a:rPr lang="en-US" dirty="0" err="1"/>
              <a:t>trabalho</a:t>
            </a:r>
            <a:r>
              <a:rPr lang="en-US" dirty="0"/>
              <a:t> de </a:t>
            </a:r>
            <a:r>
              <a:rPr lang="en-US" dirty="0" err="1"/>
              <a:t>conclusão</a:t>
            </a:r>
            <a:r>
              <a:rPr lang="en-US" dirty="0"/>
              <a:t> de </a:t>
            </a:r>
            <a:r>
              <a:rPr lang="en-US" dirty="0" err="1"/>
              <a:t>curso</a:t>
            </a:r>
            <a:r>
              <a:rPr lang="en-US" dirty="0"/>
              <a:t> – Evandro </a:t>
            </a:r>
            <a:r>
              <a:rPr lang="en-US" dirty="0" err="1"/>
              <a:t>coelho</a:t>
            </a:r>
            <a:endParaRPr lang="en-US" dirty="0"/>
          </a:p>
        </p:txBody>
      </p:sp>
      <p:pic>
        <p:nvPicPr>
          <p:cNvPr id="14" name="Imagem 13">
            <a:extLst>
              <a:ext uri="{FF2B5EF4-FFF2-40B4-BE49-F238E27FC236}">
                <a16:creationId xmlns:a16="http://schemas.microsoft.com/office/drawing/2014/main" id="{79BFFC54-3134-47C9-A59E-474A900053DC}"/>
              </a:ext>
            </a:extLst>
          </p:cNvPr>
          <p:cNvPicPr/>
          <p:nvPr/>
        </p:nvPicPr>
        <p:blipFill>
          <a:blip r:embed="rId2"/>
          <a:stretch>
            <a:fillRect/>
          </a:stretch>
        </p:blipFill>
        <p:spPr>
          <a:xfrm>
            <a:off x="691934" y="2663168"/>
            <a:ext cx="10808132" cy="2961778"/>
          </a:xfrm>
          <a:prstGeom prst="rect">
            <a:avLst/>
          </a:prstGeom>
        </p:spPr>
      </p:pic>
    </p:spTree>
    <p:extLst>
      <p:ext uri="{BB962C8B-B14F-4D97-AF65-F5344CB8AC3E}">
        <p14:creationId xmlns:p14="http://schemas.microsoft.com/office/powerpoint/2010/main" val="34539724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D872C6C-3E07-4AC6-B68D-9AFE69A9DDB5}"/>
              </a:ext>
            </a:extLst>
          </p:cNvPr>
          <p:cNvSpPr>
            <a:spLocks noGrp="1"/>
          </p:cNvSpPr>
          <p:nvPr>
            <p:ph type="title"/>
          </p:nvPr>
        </p:nvSpPr>
        <p:spPr/>
        <p:txBody>
          <a:bodyPr/>
          <a:lstStyle/>
          <a:p>
            <a:r>
              <a:rPr lang="pt-BR" dirty="0"/>
              <a:t>Pré-processamento</a:t>
            </a:r>
          </a:p>
        </p:txBody>
      </p:sp>
      <p:sp>
        <p:nvSpPr>
          <p:cNvPr id="6" name="Espaço Reservado para Número de Slide 5">
            <a:extLst>
              <a:ext uri="{FF2B5EF4-FFF2-40B4-BE49-F238E27FC236}">
                <a16:creationId xmlns:a16="http://schemas.microsoft.com/office/drawing/2014/main" id="{A5545136-9C6F-49EA-A1A8-596EA8B2F23E}"/>
              </a:ext>
            </a:extLst>
          </p:cNvPr>
          <p:cNvSpPr>
            <a:spLocks noGrp="1"/>
          </p:cNvSpPr>
          <p:nvPr>
            <p:ph type="sldNum" sz="quarter" idx="12"/>
          </p:nvPr>
        </p:nvSpPr>
        <p:spPr/>
        <p:txBody>
          <a:bodyPr/>
          <a:lstStyle/>
          <a:p>
            <a:pPr rtl="0"/>
            <a:fld id="{3A98EE3D-8CD1-4C3F-BD1C-C98C9596463C}" type="slidenum">
              <a:rPr lang="en-US" smtClean="0"/>
              <a:t>19</a:t>
            </a:fld>
            <a:r>
              <a:rPr lang="en-US" dirty="0"/>
              <a:t> / 29</a:t>
            </a:r>
          </a:p>
        </p:txBody>
      </p:sp>
      <p:pic>
        <p:nvPicPr>
          <p:cNvPr id="9" name="Imagem 8">
            <a:extLst>
              <a:ext uri="{FF2B5EF4-FFF2-40B4-BE49-F238E27FC236}">
                <a16:creationId xmlns:a16="http://schemas.microsoft.com/office/drawing/2014/main" id="{6B78FE2E-A06D-4D61-827B-B0CA6AE7E149}"/>
              </a:ext>
            </a:extLst>
          </p:cNvPr>
          <p:cNvPicPr/>
          <p:nvPr/>
        </p:nvPicPr>
        <p:blipFill>
          <a:blip r:embed="rId2"/>
          <a:stretch>
            <a:fillRect/>
          </a:stretch>
        </p:blipFill>
        <p:spPr>
          <a:xfrm>
            <a:off x="3551384" y="1890876"/>
            <a:ext cx="5089231" cy="3980505"/>
          </a:xfrm>
          <a:prstGeom prst="rect">
            <a:avLst/>
          </a:prstGeom>
        </p:spPr>
      </p:pic>
      <p:sp>
        <p:nvSpPr>
          <p:cNvPr id="10" name="CaixaDeTexto 9">
            <a:extLst>
              <a:ext uri="{FF2B5EF4-FFF2-40B4-BE49-F238E27FC236}">
                <a16:creationId xmlns:a16="http://schemas.microsoft.com/office/drawing/2014/main" id="{AB0044E8-6423-4B7C-8B71-66B875133B9B}"/>
              </a:ext>
            </a:extLst>
          </p:cNvPr>
          <p:cNvSpPr txBox="1"/>
          <p:nvPr/>
        </p:nvSpPr>
        <p:spPr>
          <a:xfrm>
            <a:off x="3657151" y="5871381"/>
            <a:ext cx="4877696" cy="353943"/>
          </a:xfrm>
          <a:prstGeom prst="rect">
            <a:avLst/>
          </a:prstGeom>
          <a:noFill/>
        </p:spPr>
        <p:txBody>
          <a:bodyPr wrap="square" rtlCol="0">
            <a:spAutoFit/>
          </a:bodyPr>
          <a:lstStyle/>
          <a:p>
            <a:r>
              <a:rPr lang="pt-BR" sz="1700" dirty="0">
                <a:solidFill>
                  <a:schemeClr val="tx1">
                    <a:lumMod val="75000"/>
                    <a:lumOff val="25000"/>
                  </a:schemeClr>
                </a:solidFill>
              </a:rPr>
              <a:t>Correlação de Pearson entre as variáveis. Site = 40</a:t>
            </a:r>
          </a:p>
        </p:txBody>
      </p:sp>
      <p:sp>
        <p:nvSpPr>
          <p:cNvPr id="3" name="Espaço Reservado para Rodapé 2">
            <a:extLst>
              <a:ext uri="{FF2B5EF4-FFF2-40B4-BE49-F238E27FC236}">
                <a16:creationId xmlns:a16="http://schemas.microsoft.com/office/drawing/2014/main" id="{B15DA932-A8D5-4BF9-B08E-5AA5C2303C11}"/>
              </a:ext>
            </a:extLst>
          </p:cNvPr>
          <p:cNvSpPr>
            <a:spLocks noGrp="1"/>
          </p:cNvSpPr>
          <p:nvPr>
            <p:ph type="ftr" sz="quarter" idx="11"/>
          </p:nvPr>
        </p:nvSpPr>
        <p:spPr/>
        <p:txBody>
          <a:bodyPr/>
          <a:lstStyle/>
          <a:p>
            <a:r>
              <a:rPr lang="en-US" dirty="0"/>
              <a:t>METODOLOGIA – </a:t>
            </a:r>
            <a:r>
              <a:rPr lang="en-US" dirty="0" err="1"/>
              <a:t>trabalho</a:t>
            </a:r>
            <a:r>
              <a:rPr lang="en-US" dirty="0"/>
              <a:t> de </a:t>
            </a:r>
            <a:r>
              <a:rPr lang="en-US" dirty="0" err="1"/>
              <a:t>conclusão</a:t>
            </a:r>
            <a:r>
              <a:rPr lang="en-US" dirty="0"/>
              <a:t> de </a:t>
            </a:r>
            <a:r>
              <a:rPr lang="en-US" dirty="0" err="1"/>
              <a:t>curso</a:t>
            </a:r>
            <a:r>
              <a:rPr lang="en-US" dirty="0"/>
              <a:t> – Evandro </a:t>
            </a:r>
            <a:r>
              <a:rPr lang="en-US" dirty="0" err="1"/>
              <a:t>coelho</a:t>
            </a:r>
            <a:endParaRPr lang="en-US" dirty="0"/>
          </a:p>
        </p:txBody>
      </p:sp>
    </p:spTree>
    <p:extLst>
      <p:ext uri="{BB962C8B-B14F-4D97-AF65-F5344CB8AC3E}">
        <p14:creationId xmlns:p14="http://schemas.microsoft.com/office/powerpoint/2010/main" val="19651909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D872C6C-3E07-4AC6-B68D-9AFE69A9DDB5}"/>
              </a:ext>
            </a:extLst>
          </p:cNvPr>
          <p:cNvSpPr>
            <a:spLocks noGrp="1"/>
          </p:cNvSpPr>
          <p:nvPr>
            <p:ph type="title"/>
          </p:nvPr>
        </p:nvSpPr>
        <p:spPr/>
        <p:txBody>
          <a:bodyPr/>
          <a:lstStyle/>
          <a:p>
            <a:r>
              <a:rPr lang="pt-BR" dirty="0"/>
              <a:t>Treino (validação cruzada)</a:t>
            </a:r>
          </a:p>
        </p:txBody>
      </p:sp>
      <p:sp>
        <p:nvSpPr>
          <p:cNvPr id="6" name="Espaço Reservado para Número de Slide 5">
            <a:extLst>
              <a:ext uri="{FF2B5EF4-FFF2-40B4-BE49-F238E27FC236}">
                <a16:creationId xmlns:a16="http://schemas.microsoft.com/office/drawing/2014/main" id="{A5545136-9C6F-49EA-A1A8-596EA8B2F23E}"/>
              </a:ext>
            </a:extLst>
          </p:cNvPr>
          <p:cNvSpPr>
            <a:spLocks noGrp="1"/>
          </p:cNvSpPr>
          <p:nvPr>
            <p:ph type="sldNum" sz="quarter" idx="12"/>
          </p:nvPr>
        </p:nvSpPr>
        <p:spPr/>
        <p:txBody>
          <a:bodyPr/>
          <a:lstStyle/>
          <a:p>
            <a:pPr rtl="0"/>
            <a:fld id="{3A98EE3D-8CD1-4C3F-BD1C-C98C9596463C}" type="slidenum">
              <a:rPr lang="en-US" smtClean="0"/>
              <a:t>20</a:t>
            </a:fld>
            <a:r>
              <a:rPr lang="en-US" dirty="0"/>
              <a:t> / 29</a:t>
            </a:r>
          </a:p>
        </p:txBody>
      </p:sp>
      <p:pic>
        <p:nvPicPr>
          <p:cNvPr id="8" name="Espaço Reservado para Conteúdo 7">
            <a:extLst>
              <a:ext uri="{FF2B5EF4-FFF2-40B4-BE49-F238E27FC236}">
                <a16:creationId xmlns:a16="http://schemas.microsoft.com/office/drawing/2014/main" id="{27EF2C8F-DCF5-476D-8CB0-F04876BC77BF}"/>
              </a:ext>
            </a:extLst>
          </p:cNvPr>
          <p:cNvPicPr>
            <a:picLocks noGrp="1"/>
          </p:cNvPicPr>
          <p:nvPr>
            <p:ph idx="1"/>
          </p:nvPr>
        </p:nvPicPr>
        <p:blipFill>
          <a:blip r:embed="rId2" cstate="print">
            <a:extLst>
              <a:ext uri="{28A0092B-C50C-407E-A947-70E740481C1C}">
                <a14:useLocalDpi xmlns:a14="http://schemas.microsoft.com/office/drawing/2010/main" val="0"/>
              </a:ext>
            </a:extLst>
          </a:blip>
          <a:srcRect/>
          <a:stretch>
            <a:fillRect/>
          </a:stretch>
        </p:blipFill>
        <p:spPr bwMode="auto">
          <a:xfrm>
            <a:off x="5413974" y="2222752"/>
            <a:ext cx="5556532" cy="3631375"/>
          </a:xfrm>
          <a:prstGeom prst="rect">
            <a:avLst/>
          </a:prstGeom>
          <a:noFill/>
          <a:ln>
            <a:noFill/>
          </a:ln>
        </p:spPr>
      </p:pic>
      <p:sp>
        <p:nvSpPr>
          <p:cNvPr id="4" name="CaixaDeTexto 3">
            <a:extLst>
              <a:ext uri="{FF2B5EF4-FFF2-40B4-BE49-F238E27FC236}">
                <a16:creationId xmlns:a16="http://schemas.microsoft.com/office/drawing/2014/main" id="{40DC4EFF-9922-406D-8404-205277B6B69B}"/>
              </a:ext>
            </a:extLst>
          </p:cNvPr>
          <p:cNvSpPr txBox="1"/>
          <p:nvPr/>
        </p:nvSpPr>
        <p:spPr>
          <a:xfrm>
            <a:off x="4746180" y="6069971"/>
            <a:ext cx="6892119" cy="353943"/>
          </a:xfrm>
          <a:prstGeom prst="rect">
            <a:avLst/>
          </a:prstGeom>
          <a:noFill/>
        </p:spPr>
        <p:txBody>
          <a:bodyPr wrap="square" rtlCol="0">
            <a:spAutoFit/>
          </a:bodyPr>
          <a:lstStyle/>
          <a:p>
            <a:r>
              <a:rPr lang="pt-BR" sz="1700" dirty="0">
                <a:solidFill>
                  <a:schemeClr val="tx1">
                    <a:lumMod val="75000"/>
                    <a:lumOff val="25000"/>
                  </a:schemeClr>
                </a:solidFill>
              </a:rPr>
              <a:t>Fluxo de treinamento típico de uma validação cruzada, Pedregosa (2011)</a:t>
            </a:r>
          </a:p>
        </p:txBody>
      </p:sp>
      <p:sp>
        <p:nvSpPr>
          <p:cNvPr id="9" name="Espaço Reservado para Conteúdo 2">
            <a:extLst>
              <a:ext uri="{FF2B5EF4-FFF2-40B4-BE49-F238E27FC236}">
                <a16:creationId xmlns:a16="http://schemas.microsoft.com/office/drawing/2014/main" id="{4C505A98-A92F-449A-8F1C-E2327F8B7F1C}"/>
              </a:ext>
            </a:extLst>
          </p:cNvPr>
          <p:cNvSpPr txBox="1">
            <a:spLocks/>
          </p:cNvSpPr>
          <p:nvPr/>
        </p:nvSpPr>
        <p:spPr>
          <a:xfrm>
            <a:off x="581193" y="2340864"/>
            <a:ext cx="5514808" cy="3634486"/>
          </a:xfrm>
          <a:prstGeom prst="rect">
            <a:avLst/>
          </a:prstGeom>
        </p:spPr>
        <p:txBody>
          <a:bodyPr vert="horz" lIns="91440" tIns="45720" rIns="91440" bIns="45720" rtlCol="0" anchor="ctr">
            <a:normAutofit/>
          </a:bodyPr>
          <a:lstStyle>
            <a:lvl1pPr marL="306000" indent="-306000" algn="l" defTabSz="457200" rtl="0" eaLnBrk="1" latinLnBrk="0" hangingPunct="1">
              <a:lnSpc>
                <a:spcPct val="110000"/>
              </a:lnSpc>
              <a:spcBef>
                <a:spcPct val="20000"/>
              </a:spcBef>
              <a:spcAft>
                <a:spcPts val="600"/>
              </a:spcAft>
              <a:buClr>
                <a:schemeClr val="accent1"/>
              </a:buClr>
              <a:buSzPct val="92000"/>
              <a:buFont typeface="Wingdings 2" panose="05020102010507070707" pitchFamily="18" charset="2"/>
              <a:buChar char=""/>
              <a:defRPr sz="1700" kern="1200">
                <a:solidFill>
                  <a:schemeClr val="tx1">
                    <a:lumMod val="75000"/>
                    <a:lumOff val="25000"/>
                  </a:schemeClr>
                </a:solidFill>
                <a:latin typeface="+mn-lt"/>
                <a:ea typeface="+mn-ea"/>
                <a:cs typeface="+mn-cs"/>
              </a:defRPr>
            </a:lvl1pPr>
            <a:lvl2pPr marL="630000" indent="-306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400" kern="1200">
                <a:solidFill>
                  <a:schemeClr val="tx1">
                    <a:lumMod val="75000"/>
                    <a:lumOff val="25000"/>
                  </a:schemeClr>
                </a:solidFill>
                <a:latin typeface="+mn-lt"/>
                <a:ea typeface="+mn-ea"/>
                <a:cs typeface="+mn-cs"/>
              </a:defRPr>
            </a:lvl2pPr>
            <a:lvl3pPr marL="900000" indent="-270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300" kern="1200">
                <a:solidFill>
                  <a:schemeClr val="tx1">
                    <a:lumMod val="75000"/>
                    <a:lumOff val="25000"/>
                  </a:schemeClr>
                </a:solidFill>
                <a:latin typeface="+mn-lt"/>
                <a:ea typeface="+mn-ea"/>
                <a:cs typeface="+mn-cs"/>
              </a:defRPr>
            </a:lvl3pPr>
            <a:lvl4pPr marL="124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4pPr>
            <a:lvl5pPr marL="160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buNone/>
            </a:pPr>
            <a:r>
              <a:rPr lang="pt-BR" dirty="0"/>
              <a:t>Separação aleatória da base:</a:t>
            </a:r>
          </a:p>
          <a:p>
            <a:r>
              <a:rPr lang="pt-BR" dirty="0"/>
              <a:t>Treino: 75%</a:t>
            </a:r>
          </a:p>
          <a:p>
            <a:r>
              <a:rPr lang="pt-BR" dirty="0"/>
              <a:t>Teste: 25% </a:t>
            </a:r>
          </a:p>
        </p:txBody>
      </p:sp>
      <p:sp>
        <p:nvSpPr>
          <p:cNvPr id="3" name="Espaço Reservado para Rodapé 2">
            <a:extLst>
              <a:ext uri="{FF2B5EF4-FFF2-40B4-BE49-F238E27FC236}">
                <a16:creationId xmlns:a16="http://schemas.microsoft.com/office/drawing/2014/main" id="{23160ACF-310A-416A-BE2A-A9B862F31A4C}"/>
              </a:ext>
            </a:extLst>
          </p:cNvPr>
          <p:cNvSpPr>
            <a:spLocks noGrp="1"/>
          </p:cNvSpPr>
          <p:nvPr>
            <p:ph type="ftr" sz="quarter" idx="11"/>
          </p:nvPr>
        </p:nvSpPr>
        <p:spPr/>
        <p:txBody>
          <a:bodyPr/>
          <a:lstStyle/>
          <a:p>
            <a:r>
              <a:rPr lang="en-US" dirty="0"/>
              <a:t>METODOLOGIA – </a:t>
            </a:r>
            <a:r>
              <a:rPr lang="en-US" dirty="0" err="1"/>
              <a:t>trabalho</a:t>
            </a:r>
            <a:r>
              <a:rPr lang="en-US" dirty="0"/>
              <a:t> de </a:t>
            </a:r>
            <a:r>
              <a:rPr lang="en-US" dirty="0" err="1"/>
              <a:t>conclusão</a:t>
            </a:r>
            <a:r>
              <a:rPr lang="en-US" dirty="0"/>
              <a:t> de </a:t>
            </a:r>
            <a:r>
              <a:rPr lang="en-US" dirty="0" err="1"/>
              <a:t>curso</a:t>
            </a:r>
            <a:r>
              <a:rPr lang="en-US" dirty="0"/>
              <a:t> – Evandro </a:t>
            </a:r>
            <a:r>
              <a:rPr lang="en-US" dirty="0" err="1"/>
              <a:t>coelho</a:t>
            </a:r>
            <a:endParaRPr lang="en-US" dirty="0"/>
          </a:p>
        </p:txBody>
      </p:sp>
    </p:spTree>
    <p:extLst>
      <p:ext uri="{BB962C8B-B14F-4D97-AF65-F5344CB8AC3E}">
        <p14:creationId xmlns:p14="http://schemas.microsoft.com/office/powerpoint/2010/main" val="154299441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D872C6C-3E07-4AC6-B68D-9AFE69A9DDB5}"/>
              </a:ext>
            </a:extLst>
          </p:cNvPr>
          <p:cNvSpPr>
            <a:spLocks noGrp="1"/>
          </p:cNvSpPr>
          <p:nvPr>
            <p:ph type="title"/>
          </p:nvPr>
        </p:nvSpPr>
        <p:spPr/>
        <p:txBody>
          <a:bodyPr/>
          <a:lstStyle/>
          <a:p>
            <a:r>
              <a:rPr lang="pt-BR" dirty="0"/>
              <a:t>Treino (validação cruzada)</a:t>
            </a:r>
          </a:p>
        </p:txBody>
      </p:sp>
      <p:sp>
        <p:nvSpPr>
          <p:cNvPr id="3" name="Espaço Reservado para Conteúdo 2">
            <a:extLst>
              <a:ext uri="{FF2B5EF4-FFF2-40B4-BE49-F238E27FC236}">
                <a16:creationId xmlns:a16="http://schemas.microsoft.com/office/drawing/2014/main" id="{E1647ED6-C6B8-46F3-976C-6B7EECBA62C5}"/>
              </a:ext>
            </a:extLst>
          </p:cNvPr>
          <p:cNvSpPr>
            <a:spLocks noGrp="1"/>
          </p:cNvSpPr>
          <p:nvPr>
            <p:ph idx="1"/>
          </p:nvPr>
        </p:nvSpPr>
        <p:spPr>
          <a:xfrm>
            <a:off x="581192" y="2340864"/>
            <a:ext cx="5588699" cy="3634486"/>
          </a:xfrm>
        </p:spPr>
        <p:txBody>
          <a:bodyPr>
            <a:normAutofit/>
          </a:bodyPr>
          <a:lstStyle/>
          <a:p>
            <a:endParaRPr lang="pt-BR" dirty="0"/>
          </a:p>
          <a:p>
            <a:endParaRPr lang="pt-BR" dirty="0"/>
          </a:p>
        </p:txBody>
      </p:sp>
      <p:sp>
        <p:nvSpPr>
          <p:cNvPr id="6" name="Espaço Reservado para Número de Slide 5">
            <a:extLst>
              <a:ext uri="{FF2B5EF4-FFF2-40B4-BE49-F238E27FC236}">
                <a16:creationId xmlns:a16="http://schemas.microsoft.com/office/drawing/2014/main" id="{A5545136-9C6F-49EA-A1A8-596EA8B2F23E}"/>
              </a:ext>
            </a:extLst>
          </p:cNvPr>
          <p:cNvSpPr>
            <a:spLocks noGrp="1"/>
          </p:cNvSpPr>
          <p:nvPr>
            <p:ph type="sldNum" sz="quarter" idx="12"/>
          </p:nvPr>
        </p:nvSpPr>
        <p:spPr/>
        <p:txBody>
          <a:bodyPr/>
          <a:lstStyle/>
          <a:p>
            <a:pPr rtl="0"/>
            <a:fld id="{3A98EE3D-8CD1-4C3F-BD1C-C98C9596463C}" type="slidenum">
              <a:rPr lang="en-US" smtClean="0"/>
              <a:t>21</a:t>
            </a:fld>
            <a:r>
              <a:rPr lang="en-US" dirty="0"/>
              <a:t> / 29</a:t>
            </a:r>
          </a:p>
        </p:txBody>
      </p:sp>
      <mc:AlternateContent xmlns:mc="http://schemas.openxmlformats.org/markup-compatibility/2006" xmlns:a14="http://schemas.microsoft.com/office/drawing/2010/main">
        <mc:Choice Requires="a14">
          <p:sp>
            <p:nvSpPr>
              <p:cNvPr id="8" name="Espaço Reservado para Conteúdo 2">
                <a:extLst>
                  <a:ext uri="{FF2B5EF4-FFF2-40B4-BE49-F238E27FC236}">
                    <a16:creationId xmlns:a16="http://schemas.microsoft.com/office/drawing/2014/main" id="{8084408A-A4F8-430A-A51D-2489C23839B4}"/>
                  </a:ext>
                </a:extLst>
              </p:cNvPr>
              <p:cNvSpPr txBox="1">
                <a:spLocks/>
              </p:cNvSpPr>
              <p:nvPr/>
            </p:nvSpPr>
            <p:spPr>
              <a:xfrm>
                <a:off x="7498401" y="2340152"/>
                <a:ext cx="4186297" cy="3634486"/>
              </a:xfrm>
              <a:prstGeom prst="rect">
                <a:avLst/>
              </a:prstGeom>
            </p:spPr>
            <p:txBody>
              <a:bodyPr vert="horz" lIns="91440" tIns="45720" rIns="91440" bIns="45720" rtlCol="0" anchor="ctr">
                <a:normAutofit/>
              </a:bodyPr>
              <a:lstStyle>
                <a:lvl1pPr marL="306000" indent="-306000" algn="l" defTabSz="457200" rtl="0" eaLnBrk="1" latinLnBrk="0" hangingPunct="1">
                  <a:lnSpc>
                    <a:spcPct val="110000"/>
                  </a:lnSpc>
                  <a:spcBef>
                    <a:spcPct val="20000"/>
                  </a:spcBef>
                  <a:spcAft>
                    <a:spcPts val="600"/>
                  </a:spcAft>
                  <a:buClr>
                    <a:schemeClr val="accent1"/>
                  </a:buClr>
                  <a:buSzPct val="92000"/>
                  <a:buFont typeface="Wingdings 2" panose="05020102010507070707" pitchFamily="18" charset="2"/>
                  <a:buChar char=""/>
                  <a:defRPr sz="1700" kern="1200">
                    <a:solidFill>
                      <a:schemeClr val="tx1">
                        <a:lumMod val="75000"/>
                        <a:lumOff val="25000"/>
                      </a:schemeClr>
                    </a:solidFill>
                    <a:latin typeface="+mn-lt"/>
                    <a:ea typeface="+mn-ea"/>
                    <a:cs typeface="+mn-cs"/>
                  </a:defRPr>
                </a:lvl1pPr>
                <a:lvl2pPr marL="630000" indent="-306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400" kern="1200">
                    <a:solidFill>
                      <a:schemeClr val="tx1">
                        <a:lumMod val="75000"/>
                        <a:lumOff val="25000"/>
                      </a:schemeClr>
                    </a:solidFill>
                    <a:latin typeface="+mn-lt"/>
                    <a:ea typeface="+mn-ea"/>
                    <a:cs typeface="+mn-cs"/>
                  </a:defRPr>
                </a:lvl2pPr>
                <a:lvl3pPr marL="900000" indent="-270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300" kern="1200">
                    <a:solidFill>
                      <a:schemeClr val="tx1">
                        <a:lumMod val="75000"/>
                        <a:lumOff val="25000"/>
                      </a:schemeClr>
                    </a:solidFill>
                    <a:latin typeface="+mn-lt"/>
                    <a:ea typeface="+mn-ea"/>
                    <a:cs typeface="+mn-cs"/>
                  </a:defRPr>
                </a:lvl3pPr>
                <a:lvl4pPr marL="124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4pPr>
                <a:lvl5pPr marL="160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pt-BR" b="1" dirty="0"/>
                  <a:t>Métrica: </a:t>
                </a:r>
                <a14:m>
                  <m:oMath xmlns:m="http://schemas.openxmlformats.org/officeDocument/2006/math">
                    <m:sSup>
                      <m:sSupPr>
                        <m:ctrlPr>
                          <a:rPr lang="pt-BR" b="0" i="1" smtClean="0">
                            <a:latin typeface="Cambria Math" panose="02040503050406030204" pitchFamily="18" charset="0"/>
                          </a:rPr>
                        </m:ctrlPr>
                      </m:sSupPr>
                      <m:e>
                        <m:r>
                          <a:rPr lang="pt-BR" b="0" i="1" smtClean="0">
                            <a:latin typeface="Cambria Math" panose="02040503050406030204" pitchFamily="18" charset="0"/>
                          </a:rPr>
                          <m:t>𝑅</m:t>
                        </m:r>
                      </m:e>
                      <m:sup>
                        <m:r>
                          <a:rPr lang="pt-BR" b="0" i="1" smtClean="0">
                            <a:latin typeface="Cambria Math" panose="02040503050406030204" pitchFamily="18" charset="0"/>
                          </a:rPr>
                          <m:t>2</m:t>
                        </m:r>
                      </m:sup>
                    </m:sSup>
                  </m:oMath>
                </a14:m>
                <a:r>
                  <a:rPr lang="pt-BR" dirty="0"/>
                  <a:t> médio entre as partições (</a:t>
                </a:r>
                <a:r>
                  <a:rPr lang="pt-BR" i="1" dirty="0" err="1"/>
                  <a:t>folds</a:t>
                </a:r>
                <a:r>
                  <a:rPr lang="pt-BR" dirty="0"/>
                  <a:t>);</a:t>
                </a:r>
              </a:p>
              <a:p>
                <a:r>
                  <a:rPr lang="pt-BR" dirty="0"/>
                  <a:t>Número de partições: k=10;</a:t>
                </a:r>
              </a:p>
              <a:p>
                <a:r>
                  <a:rPr lang="pt-BR" dirty="0"/>
                  <a:t>Mais de 1200 testes realizados;</a:t>
                </a:r>
              </a:p>
              <a:p>
                <a:pPr lvl="1"/>
                <a:r>
                  <a:rPr lang="pt-BR" dirty="0"/>
                  <a:t>Parâmetro fixo: Algoritmo de aprendizagem </a:t>
                </a:r>
                <a:r>
                  <a:rPr lang="pt-BR" i="1" dirty="0"/>
                  <a:t>adam</a:t>
                </a:r>
                <a:r>
                  <a:rPr lang="pt-BR" dirty="0"/>
                  <a:t>.</a:t>
                </a:r>
              </a:p>
            </p:txBody>
          </p:sp>
        </mc:Choice>
        <mc:Fallback xmlns="">
          <p:sp>
            <p:nvSpPr>
              <p:cNvPr id="8" name="Espaço Reservado para Conteúdo 2">
                <a:extLst>
                  <a:ext uri="{FF2B5EF4-FFF2-40B4-BE49-F238E27FC236}">
                    <a16:creationId xmlns:a16="http://schemas.microsoft.com/office/drawing/2014/main" id="{8084408A-A4F8-430A-A51D-2489C23839B4}"/>
                  </a:ext>
                </a:extLst>
              </p:cNvPr>
              <p:cNvSpPr txBox="1">
                <a:spLocks noRot="1" noChangeAspect="1" noMove="1" noResize="1" noEditPoints="1" noAdjustHandles="1" noChangeArrowheads="1" noChangeShapeType="1" noTextEdit="1"/>
              </p:cNvSpPr>
              <p:nvPr/>
            </p:nvSpPr>
            <p:spPr>
              <a:xfrm>
                <a:off x="7498401" y="2340152"/>
                <a:ext cx="4186297" cy="3634486"/>
              </a:xfrm>
              <a:prstGeom prst="rect">
                <a:avLst/>
              </a:prstGeom>
              <a:blipFill>
                <a:blip r:embed="rId3"/>
                <a:stretch>
                  <a:fillRect l="-437"/>
                </a:stretch>
              </a:blipFill>
            </p:spPr>
            <p:txBody>
              <a:bodyPr/>
              <a:lstStyle/>
              <a:p>
                <a:r>
                  <a:rPr lang="pt-BR">
                    <a:noFill/>
                  </a:rPr>
                  <a:t> </a:t>
                </a:r>
              </a:p>
            </p:txBody>
          </p:sp>
        </mc:Fallback>
      </mc:AlternateContent>
      <p:graphicFrame>
        <p:nvGraphicFramePr>
          <p:cNvPr id="5" name="Diagrama 4">
            <a:extLst>
              <a:ext uri="{FF2B5EF4-FFF2-40B4-BE49-F238E27FC236}">
                <a16:creationId xmlns:a16="http://schemas.microsoft.com/office/drawing/2014/main" id="{6C6F0A8A-A21C-44B2-9042-82F225ADD4AD}"/>
              </a:ext>
            </a:extLst>
          </p:cNvPr>
          <p:cNvGraphicFramePr/>
          <p:nvPr>
            <p:extLst>
              <p:ext uri="{D42A27DB-BD31-4B8C-83A1-F6EECF244321}">
                <p14:modId xmlns:p14="http://schemas.microsoft.com/office/powerpoint/2010/main" val="3109215311"/>
              </p:ext>
            </p:extLst>
          </p:nvPr>
        </p:nvGraphicFramePr>
        <p:xfrm>
          <a:off x="581190" y="2021748"/>
          <a:ext cx="6640945" cy="4427297"/>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4" name="CaixaDeTexto 3">
            <a:extLst>
              <a:ext uri="{FF2B5EF4-FFF2-40B4-BE49-F238E27FC236}">
                <a16:creationId xmlns:a16="http://schemas.microsoft.com/office/drawing/2014/main" id="{DCD8EE8C-6510-49EC-995D-3963271D40AA}"/>
              </a:ext>
            </a:extLst>
          </p:cNvPr>
          <p:cNvSpPr txBox="1"/>
          <p:nvPr/>
        </p:nvSpPr>
        <p:spPr>
          <a:xfrm>
            <a:off x="752148" y="6106222"/>
            <a:ext cx="2623393" cy="307777"/>
          </a:xfrm>
          <a:prstGeom prst="rect">
            <a:avLst/>
          </a:prstGeom>
          <a:noFill/>
        </p:spPr>
        <p:txBody>
          <a:bodyPr wrap="square" rtlCol="0">
            <a:spAutoFit/>
          </a:bodyPr>
          <a:lstStyle/>
          <a:p>
            <a:r>
              <a:rPr lang="pt-BR" sz="1400" dirty="0">
                <a:solidFill>
                  <a:schemeClr val="tx1">
                    <a:lumMod val="75000"/>
                    <a:lumOff val="25000"/>
                  </a:schemeClr>
                </a:solidFill>
              </a:rPr>
              <a:t>Parâmetros variados nos testes.</a:t>
            </a:r>
          </a:p>
        </p:txBody>
      </p:sp>
      <p:sp>
        <p:nvSpPr>
          <p:cNvPr id="9" name="Espaço Reservado para Rodapé 8">
            <a:extLst>
              <a:ext uri="{FF2B5EF4-FFF2-40B4-BE49-F238E27FC236}">
                <a16:creationId xmlns:a16="http://schemas.microsoft.com/office/drawing/2014/main" id="{44F8F17B-46D1-4FB1-8F68-0CBD3CF4C37A}"/>
              </a:ext>
            </a:extLst>
          </p:cNvPr>
          <p:cNvSpPr>
            <a:spLocks noGrp="1"/>
          </p:cNvSpPr>
          <p:nvPr>
            <p:ph type="ftr" sz="quarter" idx="11"/>
          </p:nvPr>
        </p:nvSpPr>
        <p:spPr/>
        <p:txBody>
          <a:bodyPr/>
          <a:lstStyle/>
          <a:p>
            <a:r>
              <a:rPr lang="en-US" dirty="0"/>
              <a:t>METODOLOGIA – </a:t>
            </a:r>
            <a:r>
              <a:rPr lang="en-US" dirty="0" err="1"/>
              <a:t>trabalho</a:t>
            </a:r>
            <a:r>
              <a:rPr lang="en-US" dirty="0"/>
              <a:t> de </a:t>
            </a:r>
            <a:r>
              <a:rPr lang="en-US" dirty="0" err="1"/>
              <a:t>conclusão</a:t>
            </a:r>
            <a:r>
              <a:rPr lang="en-US" dirty="0"/>
              <a:t> de </a:t>
            </a:r>
            <a:r>
              <a:rPr lang="en-US" dirty="0" err="1"/>
              <a:t>curso</a:t>
            </a:r>
            <a:r>
              <a:rPr lang="en-US" dirty="0"/>
              <a:t> – Evandro </a:t>
            </a:r>
            <a:r>
              <a:rPr lang="en-US" dirty="0" err="1"/>
              <a:t>coelho</a:t>
            </a:r>
            <a:endParaRPr lang="en-US" dirty="0"/>
          </a:p>
        </p:txBody>
      </p:sp>
    </p:spTree>
    <p:extLst>
      <p:ext uri="{BB962C8B-B14F-4D97-AF65-F5344CB8AC3E}">
        <p14:creationId xmlns:p14="http://schemas.microsoft.com/office/powerpoint/2010/main" val="246344916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D872C6C-3E07-4AC6-B68D-9AFE69A9DDB5}"/>
              </a:ext>
            </a:extLst>
          </p:cNvPr>
          <p:cNvSpPr>
            <a:spLocks noGrp="1"/>
          </p:cNvSpPr>
          <p:nvPr>
            <p:ph type="title"/>
          </p:nvPr>
        </p:nvSpPr>
        <p:spPr/>
        <p:txBody>
          <a:bodyPr/>
          <a:lstStyle/>
          <a:p>
            <a:r>
              <a:rPr lang="pt-BR" dirty="0"/>
              <a:t>Treino (validação cruzada)</a:t>
            </a:r>
          </a:p>
        </p:txBody>
      </p:sp>
      <p:sp>
        <p:nvSpPr>
          <p:cNvPr id="6" name="Espaço Reservado para Número de Slide 5">
            <a:extLst>
              <a:ext uri="{FF2B5EF4-FFF2-40B4-BE49-F238E27FC236}">
                <a16:creationId xmlns:a16="http://schemas.microsoft.com/office/drawing/2014/main" id="{A5545136-9C6F-49EA-A1A8-596EA8B2F23E}"/>
              </a:ext>
            </a:extLst>
          </p:cNvPr>
          <p:cNvSpPr>
            <a:spLocks noGrp="1"/>
          </p:cNvSpPr>
          <p:nvPr>
            <p:ph type="sldNum" sz="quarter" idx="12"/>
          </p:nvPr>
        </p:nvSpPr>
        <p:spPr/>
        <p:txBody>
          <a:bodyPr/>
          <a:lstStyle/>
          <a:p>
            <a:pPr rtl="0"/>
            <a:fld id="{3A98EE3D-8CD1-4C3F-BD1C-C98C9596463C}" type="slidenum">
              <a:rPr lang="en-US" smtClean="0"/>
              <a:t>22</a:t>
            </a:fld>
            <a:r>
              <a:rPr lang="en-US" dirty="0"/>
              <a:t> / 29</a:t>
            </a:r>
          </a:p>
        </p:txBody>
      </p:sp>
      <p:pic>
        <p:nvPicPr>
          <p:cNvPr id="8" name="Imagem 7">
            <a:extLst>
              <a:ext uri="{FF2B5EF4-FFF2-40B4-BE49-F238E27FC236}">
                <a16:creationId xmlns:a16="http://schemas.microsoft.com/office/drawing/2014/main" id="{76CBBAF2-08EC-4CC8-8267-56FC8DA9F35D}"/>
              </a:ext>
            </a:extLst>
          </p:cNvPr>
          <p:cNvPicPr>
            <a:picLocks noChangeAspect="1"/>
          </p:cNvPicPr>
          <p:nvPr/>
        </p:nvPicPr>
        <p:blipFill>
          <a:blip r:embed="rId2"/>
          <a:stretch>
            <a:fillRect/>
          </a:stretch>
        </p:blipFill>
        <p:spPr>
          <a:xfrm>
            <a:off x="2389452" y="1890876"/>
            <a:ext cx="7021247" cy="4533038"/>
          </a:xfrm>
          <a:prstGeom prst="rect">
            <a:avLst/>
          </a:prstGeom>
        </p:spPr>
      </p:pic>
      <p:sp>
        <p:nvSpPr>
          <p:cNvPr id="3" name="Espaço Reservado para Rodapé 2">
            <a:extLst>
              <a:ext uri="{FF2B5EF4-FFF2-40B4-BE49-F238E27FC236}">
                <a16:creationId xmlns:a16="http://schemas.microsoft.com/office/drawing/2014/main" id="{037C520E-3BFC-403D-92D8-956C3EB8ABDA}"/>
              </a:ext>
            </a:extLst>
          </p:cNvPr>
          <p:cNvSpPr>
            <a:spLocks noGrp="1"/>
          </p:cNvSpPr>
          <p:nvPr>
            <p:ph type="ftr" sz="quarter" idx="11"/>
          </p:nvPr>
        </p:nvSpPr>
        <p:spPr/>
        <p:txBody>
          <a:bodyPr/>
          <a:lstStyle/>
          <a:p>
            <a:r>
              <a:rPr lang="en-US" dirty="0"/>
              <a:t>METODOLOGIA – </a:t>
            </a:r>
            <a:r>
              <a:rPr lang="en-US" dirty="0" err="1"/>
              <a:t>trabalho</a:t>
            </a:r>
            <a:r>
              <a:rPr lang="en-US" dirty="0"/>
              <a:t> de </a:t>
            </a:r>
            <a:r>
              <a:rPr lang="en-US" dirty="0" err="1"/>
              <a:t>conclusão</a:t>
            </a:r>
            <a:r>
              <a:rPr lang="en-US" dirty="0"/>
              <a:t> de </a:t>
            </a:r>
            <a:r>
              <a:rPr lang="en-US" dirty="0" err="1"/>
              <a:t>curso</a:t>
            </a:r>
            <a:r>
              <a:rPr lang="en-US" dirty="0"/>
              <a:t> – Evandro </a:t>
            </a:r>
            <a:r>
              <a:rPr lang="en-US" dirty="0" err="1"/>
              <a:t>coelho</a:t>
            </a:r>
            <a:endParaRPr lang="en-US" dirty="0"/>
          </a:p>
        </p:txBody>
      </p:sp>
    </p:spTree>
    <p:extLst>
      <p:ext uri="{BB962C8B-B14F-4D97-AF65-F5344CB8AC3E}">
        <p14:creationId xmlns:p14="http://schemas.microsoft.com/office/powerpoint/2010/main" val="348144938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D872C6C-3E07-4AC6-B68D-9AFE69A9DDB5}"/>
              </a:ext>
            </a:extLst>
          </p:cNvPr>
          <p:cNvSpPr>
            <a:spLocks noGrp="1"/>
          </p:cNvSpPr>
          <p:nvPr>
            <p:ph type="title"/>
          </p:nvPr>
        </p:nvSpPr>
        <p:spPr/>
        <p:txBody>
          <a:bodyPr/>
          <a:lstStyle/>
          <a:p>
            <a:r>
              <a:rPr lang="pt-BR" dirty="0"/>
              <a:t>Treino (validação cruzada)</a:t>
            </a:r>
          </a:p>
        </p:txBody>
      </p:sp>
      <p:sp>
        <p:nvSpPr>
          <p:cNvPr id="6" name="Espaço Reservado para Número de Slide 5">
            <a:extLst>
              <a:ext uri="{FF2B5EF4-FFF2-40B4-BE49-F238E27FC236}">
                <a16:creationId xmlns:a16="http://schemas.microsoft.com/office/drawing/2014/main" id="{A5545136-9C6F-49EA-A1A8-596EA8B2F23E}"/>
              </a:ext>
            </a:extLst>
          </p:cNvPr>
          <p:cNvSpPr>
            <a:spLocks noGrp="1"/>
          </p:cNvSpPr>
          <p:nvPr>
            <p:ph type="sldNum" sz="quarter" idx="12"/>
          </p:nvPr>
        </p:nvSpPr>
        <p:spPr/>
        <p:txBody>
          <a:bodyPr/>
          <a:lstStyle/>
          <a:p>
            <a:pPr rtl="0"/>
            <a:fld id="{3A98EE3D-8CD1-4C3F-BD1C-C98C9596463C}" type="slidenum">
              <a:rPr lang="en-US" smtClean="0"/>
              <a:t>23</a:t>
            </a:fld>
            <a:r>
              <a:rPr lang="en-US" dirty="0"/>
              <a:t> / 29</a:t>
            </a:r>
          </a:p>
        </p:txBody>
      </p:sp>
      <p:pic>
        <p:nvPicPr>
          <p:cNvPr id="4" name="Imagem 3">
            <a:extLst>
              <a:ext uri="{FF2B5EF4-FFF2-40B4-BE49-F238E27FC236}">
                <a16:creationId xmlns:a16="http://schemas.microsoft.com/office/drawing/2014/main" id="{574EEE2B-F426-41C7-B8A5-A209EDCCD2E6}"/>
              </a:ext>
            </a:extLst>
          </p:cNvPr>
          <p:cNvPicPr>
            <a:picLocks noChangeAspect="1"/>
          </p:cNvPicPr>
          <p:nvPr/>
        </p:nvPicPr>
        <p:blipFill>
          <a:blip r:embed="rId2"/>
          <a:stretch>
            <a:fillRect/>
          </a:stretch>
        </p:blipFill>
        <p:spPr>
          <a:xfrm>
            <a:off x="4662570" y="1890876"/>
            <a:ext cx="7529430" cy="4559769"/>
          </a:xfrm>
          <a:prstGeom prst="rect">
            <a:avLst/>
          </a:prstGeom>
        </p:spPr>
      </p:pic>
      <p:pic>
        <p:nvPicPr>
          <p:cNvPr id="8" name="Imagem 7">
            <a:extLst>
              <a:ext uri="{FF2B5EF4-FFF2-40B4-BE49-F238E27FC236}">
                <a16:creationId xmlns:a16="http://schemas.microsoft.com/office/drawing/2014/main" id="{76CBBAF2-08EC-4CC8-8267-56FC8DA9F35D}"/>
              </a:ext>
            </a:extLst>
          </p:cNvPr>
          <p:cNvPicPr>
            <a:picLocks noChangeAspect="1"/>
          </p:cNvPicPr>
          <p:nvPr/>
        </p:nvPicPr>
        <p:blipFill>
          <a:blip r:embed="rId3"/>
          <a:stretch>
            <a:fillRect/>
          </a:stretch>
        </p:blipFill>
        <p:spPr>
          <a:xfrm>
            <a:off x="246659" y="2447926"/>
            <a:ext cx="4588281" cy="2962274"/>
          </a:xfrm>
          <a:prstGeom prst="rect">
            <a:avLst/>
          </a:prstGeom>
        </p:spPr>
      </p:pic>
      <p:sp>
        <p:nvSpPr>
          <p:cNvPr id="3" name="Espaço Reservado para Rodapé 2">
            <a:extLst>
              <a:ext uri="{FF2B5EF4-FFF2-40B4-BE49-F238E27FC236}">
                <a16:creationId xmlns:a16="http://schemas.microsoft.com/office/drawing/2014/main" id="{037C520E-3BFC-403D-92D8-956C3EB8ABDA}"/>
              </a:ext>
            </a:extLst>
          </p:cNvPr>
          <p:cNvSpPr>
            <a:spLocks noGrp="1"/>
          </p:cNvSpPr>
          <p:nvPr>
            <p:ph type="ftr" sz="quarter" idx="11"/>
          </p:nvPr>
        </p:nvSpPr>
        <p:spPr/>
        <p:txBody>
          <a:bodyPr/>
          <a:lstStyle/>
          <a:p>
            <a:r>
              <a:rPr lang="en-US" dirty="0"/>
              <a:t>METODOLOGIA – </a:t>
            </a:r>
            <a:r>
              <a:rPr lang="en-US" dirty="0" err="1"/>
              <a:t>trabalho</a:t>
            </a:r>
            <a:r>
              <a:rPr lang="en-US" dirty="0"/>
              <a:t> de </a:t>
            </a:r>
            <a:r>
              <a:rPr lang="en-US" dirty="0" err="1"/>
              <a:t>conclusão</a:t>
            </a:r>
            <a:r>
              <a:rPr lang="en-US" dirty="0"/>
              <a:t> de </a:t>
            </a:r>
            <a:r>
              <a:rPr lang="en-US" dirty="0" err="1"/>
              <a:t>curso</a:t>
            </a:r>
            <a:r>
              <a:rPr lang="en-US" dirty="0"/>
              <a:t> – Evandro </a:t>
            </a:r>
            <a:r>
              <a:rPr lang="en-US" dirty="0" err="1"/>
              <a:t>coelho</a:t>
            </a:r>
            <a:endParaRPr lang="en-US" dirty="0"/>
          </a:p>
        </p:txBody>
      </p:sp>
    </p:spTree>
    <p:extLst>
      <p:ext uri="{BB962C8B-B14F-4D97-AF65-F5344CB8AC3E}">
        <p14:creationId xmlns:p14="http://schemas.microsoft.com/office/powerpoint/2010/main" val="374860176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D872C6C-3E07-4AC6-B68D-9AFE69A9DDB5}"/>
              </a:ext>
            </a:extLst>
          </p:cNvPr>
          <p:cNvSpPr>
            <a:spLocks noGrp="1"/>
          </p:cNvSpPr>
          <p:nvPr>
            <p:ph type="title"/>
          </p:nvPr>
        </p:nvSpPr>
        <p:spPr/>
        <p:txBody>
          <a:bodyPr/>
          <a:lstStyle/>
          <a:p>
            <a:r>
              <a:rPr lang="pt-BR" dirty="0"/>
              <a:t>Treino (validação cruzada)</a:t>
            </a:r>
          </a:p>
        </p:txBody>
      </p:sp>
      <p:sp>
        <p:nvSpPr>
          <p:cNvPr id="6" name="Espaço Reservado para Número de Slide 5">
            <a:extLst>
              <a:ext uri="{FF2B5EF4-FFF2-40B4-BE49-F238E27FC236}">
                <a16:creationId xmlns:a16="http://schemas.microsoft.com/office/drawing/2014/main" id="{A5545136-9C6F-49EA-A1A8-596EA8B2F23E}"/>
              </a:ext>
            </a:extLst>
          </p:cNvPr>
          <p:cNvSpPr>
            <a:spLocks noGrp="1"/>
          </p:cNvSpPr>
          <p:nvPr>
            <p:ph type="sldNum" sz="quarter" idx="12"/>
          </p:nvPr>
        </p:nvSpPr>
        <p:spPr/>
        <p:txBody>
          <a:bodyPr/>
          <a:lstStyle/>
          <a:p>
            <a:pPr rtl="0"/>
            <a:fld id="{3A98EE3D-8CD1-4C3F-BD1C-C98C9596463C}" type="slidenum">
              <a:rPr lang="en-US" smtClean="0"/>
              <a:t>24</a:t>
            </a:fld>
            <a:r>
              <a:rPr lang="en-US" dirty="0"/>
              <a:t> / 29</a:t>
            </a:r>
          </a:p>
        </p:txBody>
      </p:sp>
      <p:pic>
        <p:nvPicPr>
          <p:cNvPr id="8" name="Imagem 7">
            <a:extLst>
              <a:ext uri="{FF2B5EF4-FFF2-40B4-BE49-F238E27FC236}">
                <a16:creationId xmlns:a16="http://schemas.microsoft.com/office/drawing/2014/main" id="{DDD3FF12-269B-46AB-A2C1-C5F08B33F975}"/>
              </a:ext>
            </a:extLst>
          </p:cNvPr>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130081" y="2060542"/>
            <a:ext cx="9931838" cy="3720498"/>
          </a:xfrm>
          <a:prstGeom prst="rect">
            <a:avLst/>
          </a:prstGeom>
          <a:noFill/>
          <a:ln>
            <a:noFill/>
          </a:ln>
        </p:spPr>
      </p:pic>
      <p:sp>
        <p:nvSpPr>
          <p:cNvPr id="9" name="CaixaDeTexto 8">
            <a:extLst>
              <a:ext uri="{FF2B5EF4-FFF2-40B4-BE49-F238E27FC236}">
                <a16:creationId xmlns:a16="http://schemas.microsoft.com/office/drawing/2014/main" id="{3EBCD7B8-264E-45E0-8A81-44828FFE796E}"/>
              </a:ext>
            </a:extLst>
          </p:cNvPr>
          <p:cNvSpPr txBox="1"/>
          <p:nvPr/>
        </p:nvSpPr>
        <p:spPr>
          <a:xfrm>
            <a:off x="3299624" y="5948588"/>
            <a:ext cx="5650412" cy="307777"/>
          </a:xfrm>
          <a:prstGeom prst="rect">
            <a:avLst/>
          </a:prstGeom>
          <a:noFill/>
        </p:spPr>
        <p:txBody>
          <a:bodyPr wrap="square" rtlCol="0">
            <a:spAutoFit/>
          </a:bodyPr>
          <a:lstStyle/>
          <a:p>
            <a:r>
              <a:rPr lang="pt-BR" sz="1400" dirty="0">
                <a:solidFill>
                  <a:schemeClr val="tx1">
                    <a:lumMod val="75000"/>
                    <a:lumOff val="25000"/>
                  </a:schemeClr>
                </a:solidFill>
              </a:rPr>
              <a:t>Considerando os parâmetros do </a:t>
            </a:r>
            <a:r>
              <a:rPr lang="pt-BR" sz="1400" dirty="0" err="1">
                <a:solidFill>
                  <a:schemeClr val="tx1">
                    <a:lumMod val="75000"/>
                    <a:lumOff val="25000"/>
                  </a:schemeClr>
                </a:solidFill>
              </a:rPr>
              <a:t>GridSearchCV</a:t>
            </a:r>
            <a:r>
              <a:rPr lang="pt-BR" sz="1400" dirty="0">
                <a:solidFill>
                  <a:schemeClr val="tx1">
                    <a:lumMod val="75000"/>
                    <a:lumOff val="25000"/>
                  </a:schemeClr>
                </a:solidFill>
              </a:rPr>
              <a:t> que melhor performaram.</a:t>
            </a:r>
          </a:p>
        </p:txBody>
      </p:sp>
      <p:sp>
        <p:nvSpPr>
          <p:cNvPr id="3" name="Espaço Reservado para Rodapé 2">
            <a:extLst>
              <a:ext uri="{FF2B5EF4-FFF2-40B4-BE49-F238E27FC236}">
                <a16:creationId xmlns:a16="http://schemas.microsoft.com/office/drawing/2014/main" id="{A09B8587-ACDE-46F9-B8ED-7FDA49036DE3}"/>
              </a:ext>
            </a:extLst>
          </p:cNvPr>
          <p:cNvSpPr>
            <a:spLocks noGrp="1"/>
          </p:cNvSpPr>
          <p:nvPr>
            <p:ph type="ftr" sz="quarter" idx="11"/>
          </p:nvPr>
        </p:nvSpPr>
        <p:spPr/>
        <p:txBody>
          <a:bodyPr/>
          <a:lstStyle/>
          <a:p>
            <a:r>
              <a:rPr lang="en-US" dirty="0"/>
              <a:t>METODOLOGIA – </a:t>
            </a:r>
            <a:r>
              <a:rPr lang="en-US" dirty="0" err="1"/>
              <a:t>trabalho</a:t>
            </a:r>
            <a:r>
              <a:rPr lang="en-US" dirty="0"/>
              <a:t> de </a:t>
            </a:r>
            <a:r>
              <a:rPr lang="en-US" dirty="0" err="1"/>
              <a:t>conclusão</a:t>
            </a:r>
            <a:r>
              <a:rPr lang="en-US" dirty="0"/>
              <a:t> de </a:t>
            </a:r>
            <a:r>
              <a:rPr lang="en-US" dirty="0" err="1"/>
              <a:t>curso</a:t>
            </a:r>
            <a:r>
              <a:rPr lang="en-US" dirty="0"/>
              <a:t> – Evandro </a:t>
            </a:r>
            <a:r>
              <a:rPr lang="en-US" dirty="0" err="1"/>
              <a:t>coelho</a:t>
            </a:r>
            <a:endParaRPr lang="en-US" dirty="0"/>
          </a:p>
        </p:txBody>
      </p:sp>
    </p:spTree>
    <p:extLst>
      <p:ext uri="{BB962C8B-B14F-4D97-AF65-F5344CB8AC3E}">
        <p14:creationId xmlns:p14="http://schemas.microsoft.com/office/powerpoint/2010/main" val="22880134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D872C6C-3E07-4AC6-B68D-9AFE69A9DDB5}"/>
              </a:ext>
            </a:extLst>
          </p:cNvPr>
          <p:cNvSpPr>
            <a:spLocks noGrp="1"/>
          </p:cNvSpPr>
          <p:nvPr>
            <p:ph type="title"/>
          </p:nvPr>
        </p:nvSpPr>
        <p:spPr/>
        <p:txBody>
          <a:bodyPr/>
          <a:lstStyle/>
          <a:p>
            <a:r>
              <a:rPr lang="pt-BR" dirty="0"/>
              <a:t>Resultados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E1647ED6-C6B8-46F3-976C-6B7EECBA62C5}"/>
                  </a:ext>
                </a:extLst>
              </p:cNvPr>
              <p:cNvSpPr>
                <a:spLocks noGrp="1"/>
              </p:cNvSpPr>
              <p:nvPr>
                <p:ph idx="1"/>
              </p:nvPr>
            </p:nvSpPr>
            <p:spPr>
              <a:xfrm>
                <a:off x="581193" y="2340864"/>
                <a:ext cx="5514808" cy="3634486"/>
              </a:xfrm>
            </p:spPr>
            <p:txBody>
              <a:bodyPr>
                <a:normAutofit/>
              </a:bodyPr>
              <a:lstStyle/>
              <a:p>
                <a:pPr marL="0" indent="0">
                  <a:buNone/>
                </a:pPr>
                <a:r>
                  <a:rPr lang="pt-BR" b="1" dirty="0"/>
                  <a:t>Base desconhecida (25%):</a:t>
                </a:r>
              </a:p>
              <a:p>
                <a:r>
                  <a:rPr lang="pt-BR" dirty="0"/>
                  <a:t>Retreino com 43 neurônios ocultos;</a:t>
                </a:r>
              </a:p>
              <a:p>
                <a:r>
                  <a:rPr lang="pt-BR" dirty="0"/>
                  <a:t>Número iterações máxima: 1500.</a:t>
                </a:r>
              </a:p>
              <a:p>
                <a:r>
                  <a:rPr lang="pt-BR" dirty="0"/>
                  <a:t>Recursos de entrada que melhor performaram (7);</a:t>
                </a:r>
              </a:p>
              <a:p>
                <a:r>
                  <a:rPr lang="pt-BR" dirty="0"/>
                  <a:t>Método de aprendizagem </a:t>
                </a:r>
                <a:r>
                  <a:rPr lang="pt-BR" i="1" dirty="0"/>
                  <a:t>adam</a:t>
                </a:r>
                <a:r>
                  <a:rPr lang="pt-BR" dirty="0"/>
                  <a:t>;</a:t>
                </a:r>
              </a:p>
              <a:p>
                <a14:m>
                  <m:oMath xmlns:m="http://schemas.openxmlformats.org/officeDocument/2006/math">
                    <m:sSup>
                      <m:sSupPr>
                        <m:ctrlPr>
                          <a:rPr lang="pt-BR" b="1" i="1">
                            <a:latin typeface="Cambria Math" panose="02040503050406030204" pitchFamily="18" charset="0"/>
                          </a:rPr>
                        </m:ctrlPr>
                      </m:sSupPr>
                      <m:e>
                        <m:r>
                          <a:rPr lang="pt-BR" b="1" i="1">
                            <a:latin typeface="Cambria Math" panose="02040503050406030204" pitchFamily="18" charset="0"/>
                          </a:rPr>
                          <m:t>𝑹</m:t>
                        </m:r>
                      </m:e>
                      <m:sup>
                        <m:r>
                          <a:rPr lang="pt-BR" b="1" i="1">
                            <a:latin typeface="Cambria Math" panose="02040503050406030204" pitchFamily="18" charset="0"/>
                          </a:rPr>
                          <m:t>𝟐</m:t>
                        </m:r>
                      </m:sup>
                    </m:sSup>
                  </m:oMath>
                </a14:m>
                <a:r>
                  <a:rPr lang="pt-BR" b="1" dirty="0"/>
                  <a:t> = 0,86773;</a:t>
                </a:r>
              </a:p>
              <a:p>
                <a:r>
                  <a:rPr lang="pt-BR" b="1" dirty="0"/>
                  <a:t>Correlação de 0,93177.</a:t>
                </a:r>
              </a:p>
            </p:txBody>
          </p:sp>
        </mc:Choice>
        <mc:Fallback xmlns="">
          <p:sp>
            <p:nvSpPr>
              <p:cNvPr id="3" name="Espaço Reservado para Conteúdo 2">
                <a:extLst>
                  <a:ext uri="{FF2B5EF4-FFF2-40B4-BE49-F238E27FC236}">
                    <a16:creationId xmlns:a16="http://schemas.microsoft.com/office/drawing/2014/main" id="{E1647ED6-C6B8-46F3-976C-6B7EECBA62C5}"/>
                  </a:ext>
                </a:extLst>
              </p:cNvPr>
              <p:cNvSpPr>
                <a:spLocks noGrp="1" noRot="1" noChangeAspect="1" noMove="1" noResize="1" noEditPoints="1" noAdjustHandles="1" noChangeArrowheads="1" noChangeShapeType="1" noTextEdit="1"/>
              </p:cNvSpPr>
              <p:nvPr>
                <p:ph idx="1"/>
              </p:nvPr>
            </p:nvSpPr>
            <p:spPr>
              <a:xfrm>
                <a:off x="581193" y="2340864"/>
                <a:ext cx="5514808" cy="3634486"/>
              </a:xfrm>
              <a:blipFill>
                <a:blip r:embed="rId2"/>
                <a:stretch>
                  <a:fillRect l="-663"/>
                </a:stretch>
              </a:blipFill>
            </p:spPr>
            <p:txBody>
              <a:bodyPr/>
              <a:lstStyle/>
              <a:p>
                <a:r>
                  <a:rPr lang="pt-BR">
                    <a:noFill/>
                  </a:rPr>
                  <a:t> </a:t>
                </a:r>
              </a:p>
            </p:txBody>
          </p:sp>
        </mc:Fallback>
      </mc:AlternateContent>
      <p:sp>
        <p:nvSpPr>
          <p:cNvPr id="6" name="Espaço Reservado para Número de Slide 5">
            <a:extLst>
              <a:ext uri="{FF2B5EF4-FFF2-40B4-BE49-F238E27FC236}">
                <a16:creationId xmlns:a16="http://schemas.microsoft.com/office/drawing/2014/main" id="{A5545136-9C6F-49EA-A1A8-596EA8B2F23E}"/>
              </a:ext>
            </a:extLst>
          </p:cNvPr>
          <p:cNvSpPr>
            <a:spLocks noGrp="1"/>
          </p:cNvSpPr>
          <p:nvPr>
            <p:ph type="sldNum" sz="quarter" idx="12"/>
          </p:nvPr>
        </p:nvSpPr>
        <p:spPr/>
        <p:txBody>
          <a:bodyPr/>
          <a:lstStyle/>
          <a:p>
            <a:pPr rtl="0"/>
            <a:fld id="{3A98EE3D-8CD1-4C3F-BD1C-C98C9596463C}" type="slidenum">
              <a:rPr lang="en-US" smtClean="0"/>
              <a:t>25</a:t>
            </a:fld>
            <a:r>
              <a:rPr lang="en-US" dirty="0"/>
              <a:t> / 29</a:t>
            </a:r>
          </a:p>
        </p:txBody>
      </p:sp>
      <p:sp>
        <p:nvSpPr>
          <p:cNvPr id="9" name="Espaço Reservado para Conteúdo 2">
            <a:extLst>
              <a:ext uri="{FF2B5EF4-FFF2-40B4-BE49-F238E27FC236}">
                <a16:creationId xmlns:a16="http://schemas.microsoft.com/office/drawing/2014/main" id="{FB932209-ADAA-44F6-98CE-1060678326B5}"/>
              </a:ext>
            </a:extLst>
          </p:cNvPr>
          <p:cNvSpPr txBox="1">
            <a:spLocks/>
          </p:cNvSpPr>
          <p:nvPr/>
        </p:nvSpPr>
        <p:spPr>
          <a:xfrm>
            <a:off x="6096000" y="2340864"/>
            <a:ext cx="5514808" cy="3634486"/>
          </a:xfrm>
          <a:prstGeom prst="rect">
            <a:avLst/>
          </a:prstGeom>
        </p:spPr>
        <p:txBody>
          <a:bodyPr vert="horz" lIns="91440" tIns="45720" rIns="91440" bIns="45720" rtlCol="0" anchor="ctr">
            <a:normAutofit/>
          </a:bodyPr>
          <a:lstStyle>
            <a:lvl1pPr marL="306000" indent="-306000" algn="l" defTabSz="457200" rtl="0" eaLnBrk="1" latinLnBrk="0" hangingPunct="1">
              <a:lnSpc>
                <a:spcPct val="110000"/>
              </a:lnSpc>
              <a:spcBef>
                <a:spcPct val="20000"/>
              </a:spcBef>
              <a:spcAft>
                <a:spcPts val="600"/>
              </a:spcAft>
              <a:buClr>
                <a:schemeClr val="accent1"/>
              </a:buClr>
              <a:buSzPct val="92000"/>
              <a:buFont typeface="Wingdings 2" panose="05020102010507070707" pitchFamily="18" charset="2"/>
              <a:buChar char=""/>
              <a:defRPr sz="1700" kern="1200">
                <a:solidFill>
                  <a:schemeClr val="tx1">
                    <a:lumMod val="75000"/>
                    <a:lumOff val="25000"/>
                  </a:schemeClr>
                </a:solidFill>
                <a:latin typeface="+mn-lt"/>
                <a:ea typeface="+mn-ea"/>
                <a:cs typeface="+mn-cs"/>
              </a:defRPr>
            </a:lvl1pPr>
            <a:lvl2pPr marL="630000" indent="-306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400" kern="1200">
                <a:solidFill>
                  <a:schemeClr val="tx1">
                    <a:lumMod val="75000"/>
                    <a:lumOff val="25000"/>
                  </a:schemeClr>
                </a:solidFill>
                <a:latin typeface="+mn-lt"/>
                <a:ea typeface="+mn-ea"/>
                <a:cs typeface="+mn-cs"/>
              </a:defRPr>
            </a:lvl2pPr>
            <a:lvl3pPr marL="900000" indent="-270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300" kern="1200">
                <a:solidFill>
                  <a:schemeClr val="tx1">
                    <a:lumMod val="75000"/>
                    <a:lumOff val="25000"/>
                  </a:schemeClr>
                </a:solidFill>
                <a:latin typeface="+mn-lt"/>
                <a:ea typeface="+mn-ea"/>
                <a:cs typeface="+mn-cs"/>
              </a:defRPr>
            </a:lvl3pPr>
            <a:lvl4pPr marL="124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4pPr>
            <a:lvl5pPr marL="160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buNone/>
            </a:pPr>
            <a:endParaRPr lang="pt-BR" sz="1800" dirty="0">
              <a:effectLst/>
              <a:latin typeface="Cambria Math" panose="02040503050406030204" pitchFamily="18" charset="0"/>
            </a:endParaRPr>
          </a:p>
        </p:txBody>
      </p:sp>
      <p:pic>
        <p:nvPicPr>
          <p:cNvPr id="10" name="Imagem 9">
            <a:extLst>
              <a:ext uri="{FF2B5EF4-FFF2-40B4-BE49-F238E27FC236}">
                <a16:creationId xmlns:a16="http://schemas.microsoft.com/office/drawing/2014/main" id="{F2022E1C-4689-4C67-AB38-9CC2A51BC38C}"/>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01267" y="2011630"/>
            <a:ext cx="5412740" cy="4291529"/>
          </a:xfrm>
          <a:prstGeom prst="rect">
            <a:avLst/>
          </a:prstGeom>
          <a:noFill/>
          <a:ln>
            <a:noFill/>
          </a:ln>
        </p:spPr>
      </p:pic>
      <p:sp>
        <p:nvSpPr>
          <p:cNvPr id="4" name="Espaço Reservado para Rodapé 3">
            <a:extLst>
              <a:ext uri="{FF2B5EF4-FFF2-40B4-BE49-F238E27FC236}">
                <a16:creationId xmlns:a16="http://schemas.microsoft.com/office/drawing/2014/main" id="{661593A4-68C0-4C98-B055-935391194015}"/>
              </a:ext>
            </a:extLst>
          </p:cNvPr>
          <p:cNvSpPr>
            <a:spLocks noGrp="1"/>
          </p:cNvSpPr>
          <p:nvPr>
            <p:ph type="ftr" sz="quarter" idx="11"/>
          </p:nvPr>
        </p:nvSpPr>
        <p:spPr/>
        <p:txBody>
          <a:bodyPr/>
          <a:lstStyle/>
          <a:p>
            <a:r>
              <a:rPr lang="en-US" dirty="0"/>
              <a:t>RESULTADOS – </a:t>
            </a:r>
            <a:r>
              <a:rPr lang="en-US" dirty="0" err="1"/>
              <a:t>trabalho</a:t>
            </a:r>
            <a:r>
              <a:rPr lang="en-US" dirty="0"/>
              <a:t> de </a:t>
            </a:r>
            <a:r>
              <a:rPr lang="en-US" dirty="0" err="1"/>
              <a:t>conclusão</a:t>
            </a:r>
            <a:r>
              <a:rPr lang="en-US" dirty="0"/>
              <a:t> de </a:t>
            </a:r>
            <a:r>
              <a:rPr lang="en-US" dirty="0" err="1"/>
              <a:t>curso</a:t>
            </a:r>
            <a:r>
              <a:rPr lang="en-US" dirty="0"/>
              <a:t> – Evandro </a:t>
            </a:r>
            <a:r>
              <a:rPr lang="en-US" dirty="0" err="1"/>
              <a:t>coelho</a:t>
            </a:r>
            <a:endParaRPr lang="en-US" dirty="0"/>
          </a:p>
        </p:txBody>
      </p:sp>
    </p:spTree>
    <p:extLst>
      <p:ext uri="{BB962C8B-B14F-4D97-AF65-F5344CB8AC3E}">
        <p14:creationId xmlns:p14="http://schemas.microsoft.com/office/powerpoint/2010/main" val="350665180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D872C6C-3E07-4AC6-B68D-9AFE69A9DDB5}"/>
              </a:ext>
            </a:extLst>
          </p:cNvPr>
          <p:cNvSpPr>
            <a:spLocks noGrp="1"/>
          </p:cNvSpPr>
          <p:nvPr>
            <p:ph type="title"/>
          </p:nvPr>
        </p:nvSpPr>
        <p:spPr/>
        <p:txBody>
          <a:bodyPr/>
          <a:lstStyle/>
          <a:p>
            <a:r>
              <a:rPr lang="pt-BR" dirty="0"/>
              <a:t>Resultados</a:t>
            </a:r>
          </a:p>
        </p:txBody>
      </p:sp>
      <p:sp>
        <p:nvSpPr>
          <p:cNvPr id="6" name="Espaço Reservado para Número de Slide 5">
            <a:extLst>
              <a:ext uri="{FF2B5EF4-FFF2-40B4-BE49-F238E27FC236}">
                <a16:creationId xmlns:a16="http://schemas.microsoft.com/office/drawing/2014/main" id="{A5545136-9C6F-49EA-A1A8-596EA8B2F23E}"/>
              </a:ext>
            </a:extLst>
          </p:cNvPr>
          <p:cNvSpPr>
            <a:spLocks noGrp="1"/>
          </p:cNvSpPr>
          <p:nvPr>
            <p:ph type="sldNum" sz="quarter" idx="12"/>
          </p:nvPr>
        </p:nvSpPr>
        <p:spPr/>
        <p:txBody>
          <a:bodyPr/>
          <a:lstStyle/>
          <a:p>
            <a:pPr rtl="0"/>
            <a:fld id="{3A98EE3D-8CD1-4C3F-BD1C-C98C9596463C}" type="slidenum">
              <a:rPr lang="en-US" smtClean="0"/>
              <a:t>26</a:t>
            </a:fld>
            <a:r>
              <a:rPr lang="en-US" dirty="0"/>
              <a:t> / 29</a:t>
            </a:r>
          </a:p>
        </p:txBody>
      </p:sp>
      <p:pic>
        <p:nvPicPr>
          <p:cNvPr id="8" name="Imagem 7">
            <a:extLst>
              <a:ext uri="{FF2B5EF4-FFF2-40B4-BE49-F238E27FC236}">
                <a16:creationId xmlns:a16="http://schemas.microsoft.com/office/drawing/2014/main" id="{8ACA68FD-126E-462A-8DAE-E755A09DA609}"/>
              </a:ext>
            </a:extLst>
          </p:cNvPr>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26310" y="1959073"/>
            <a:ext cx="7739380" cy="4196771"/>
          </a:xfrm>
          <a:prstGeom prst="rect">
            <a:avLst/>
          </a:prstGeom>
          <a:noFill/>
          <a:ln>
            <a:noFill/>
          </a:ln>
        </p:spPr>
      </p:pic>
      <p:sp>
        <p:nvSpPr>
          <p:cNvPr id="3" name="Espaço Reservado para Rodapé 2">
            <a:extLst>
              <a:ext uri="{FF2B5EF4-FFF2-40B4-BE49-F238E27FC236}">
                <a16:creationId xmlns:a16="http://schemas.microsoft.com/office/drawing/2014/main" id="{1A6F0E69-BFB6-4362-979A-A093014313F2}"/>
              </a:ext>
            </a:extLst>
          </p:cNvPr>
          <p:cNvSpPr>
            <a:spLocks noGrp="1"/>
          </p:cNvSpPr>
          <p:nvPr>
            <p:ph type="ftr" sz="quarter" idx="11"/>
          </p:nvPr>
        </p:nvSpPr>
        <p:spPr/>
        <p:txBody>
          <a:bodyPr/>
          <a:lstStyle/>
          <a:p>
            <a:r>
              <a:rPr lang="en-US" dirty="0"/>
              <a:t>RESULTADOS – </a:t>
            </a:r>
            <a:r>
              <a:rPr lang="en-US" dirty="0" err="1"/>
              <a:t>trabalho</a:t>
            </a:r>
            <a:r>
              <a:rPr lang="en-US" dirty="0"/>
              <a:t> de </a:t>
            </a:r>
            <a:r>
              <a:rPr lang="en-US" dirty="0" err="1"/>
              <a:t>conclusão</a:t>
            </a:r>
            <a:r>
              <a:rPr lang="en-US" dirty="0"/>
              <a:t> de </a:t>
            </a:r>
            <a:r>
              <a:rPr lang="en-US" dirty="0" err="1"/>
              <a:t>curso</a:t>
            </a:r>
            <a:r>
              <a:rPr lang="en-US" dirty="0"/>
              <a:t> – Evandro </a:t>
            </a:r>
            <a:r>
              <a:rPr lang="en-US" dirty="0" err="1"/>
              <a:t>coelho</a:t>
            </a:r>
            <a:endParaRPr lang="en-US" dirty="0"/>
          </a:p>
        </p:txBody>
      </p:sp>
    </p:spTree>
    <p:extLst>
      <p:ext uri="{BB962C8B-B14F-4D97-AF65-F5344CB8AC3E}">
        <p14:creationId xmlns:p14="http://schemas.microsoft.com/office/powerpoint/2010/main" val="352161578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D872C6C-3E07-4AC6-B68D-9AFE69A9DDB5}"/>
              </a:ext>
            </a:extLst>
          </p:cNvPr>
          <p:cNvSpPr>
            <a:spLocks noGrp="1"/>
          </p:cNvSpPr>
          <p:nvPr>
            <p:ph type="title"/>
          </p:nvPr>
        </p:nvSpPr>
        <p:spPr/>
        <p:txBody>
          <a:bodyPr/>
          <a:lstStyle/>
          <a:p>
            <a:r>
              <a:rPr lang="pt-BR" dirty="0"/>
              <a:t>Conclusões</a:t>
            </a:r>
          </a:p>
        </p:txBody>
      </p:sp>
      <p:sp>
        <p:nvSpPr>
          <p:cNvPr id="3" name="Espaço Reservado para Conteúdo 2">
            <a:extLst>
              <a:ext uri="{FF2B5EF4-FFF2-40B4-BE49-F238E27FC236}">
                <a16:creationId xmlns:a16="http://schemas.microsoft.com/office/drawing/2014/main" id="{E1647ED6-C6B8-46F3-976C-6B7EECBA62C5}"/>
              </a:ext>
            </a:extLst>
          </p:cNvPr>
          <p:cNvSpPr>
            <a:spLocks noGrp="1"/>
          </p:cNvSpPr>
          <p:nvPr>
            <p:ph idx="1"/>
          </p:nvPr>
        </p:nvSpPr>
        <p:spPr/>
        <p:txBody>
          <a:bodyPr>
            <a:normAutofit/>
          </a:bodyPr>
          <a:lstStyle/>
          <a:p>
            <a:r>
              <a:rPr lang="pt-BR" dirty="0"/>
              <a:t>Foi possível verificar o processo de liquidação de despesa pública;</a:t>
            </a:r>
          </a:p>
          <a:p>
            <a:r>
              <a:rPr lang="pt-BR" dirty="0"/>
              <a:t>O registro estruturado dos dados de energia permite a análise do consumo;</a:t>
            </a:r>
          </a:p>
          <a:p>
            <a:r>
              <a:rPr lang="pt-BR" dirty="0"/>
              <a:t>A transformação da coluna de tempo e a coluna de feriado trouxe maior precisão;</a:t>
            </a:r>
          </a:p>
          <a:p>
            <a:r>
              <a:rPr lang="pt-BR" dirty="0"/>
              <a:t>A quantidade de neurônios não teve influência direta na precisão do modelo;</a:t>
            </a:r>
          </a:p>
          <a:p>
            <a:r>
              <a:rPr lang="pt-BR" dirty="0"/>
              <a:t>O algoritmo foi capaz de generalizar o aprendizado para os dados externos;</a:t>
            </a:r>
          </a:p>
          <a:p>
            <a:r>
              <a:rPr lang="pt-BR" dirty="0"/>
              <a:t>Futuros estudos: </a:t>
            </a:r>
          </a:p>
          <a:p>
            <a:pPr lvl="1"/>
            <a:r>
              <a:rPr lang="pt-BR" dirty="0"/>
              <a:t>Variar o método de aprendizagem;</a:t>
            </a:r>
          </a:p>
          <a:p>
            <a:pPr lvl="1"/>
            <a:r>
              <a:rPr lang="pt-BR" dirty="0"/>
              <a:t>Adicionar mais uma camada oculta;</a:t>
            </a:r>
          </a:p>
          <a:p>
            <a:pPr lvl="1"/>
            <a:r>
              <a:rPr lang="pt-BR" dirty="0"/>
              <a:t>Alterar a arquitetura da rede. </a:t>
            </a:r>
          </a:p>
        </p:txBody>
      </p:sp>
      <p:sp>
        <p:nvSpPr>
          <p:cNvPr id="6" name="Espaço Reservado para Número de Slide 5">
            <a:extLst>
              <a:ext uri="{FF2B5EF4-FFF2-40B4-BE49-F238E27FC236}">
                <a16:creationId xmlns:a16="http://schemas.microsoft.com/office/drawing/2014/main" id="{A5545136-9C6F-49EA-A1A8-596EA8B2F23E}"/>
              </a:ext>
            </a:extLst>
          </p:cNvPr>
          <p:cNvSpPr>
            <a:spLocks noGrp="1"/>
          </p:cNvSpPr>
          <p:nvPr>
            <p:ph type="sldNum" sz="quarter" idx="12"/>
          </p:nvPr>
        </p:nvSpPr>
        <p:spPr/>
        <p:txBody>
          <a:bodyPr/>
          <a:lstStyle/>
          <a:p>
            <a:pPr rtl="0"/>
            <a:fld id="{3A98EE3D-8CD1-4C3F-BD1C-C98C9596463C}" type="slidenum">
              <a:rPr lang="en-US" smtClean="0"/>
              <a:t>27</a:t>
            </a:fld>
            <a:r>
              <a:rPr lang="en-US" dirty="0"/>
              <a:t> / 29</a:t>
            </a:r>
          </a:p>
        </p:txBody>
      </p:sp>
      <p:sp>
        <p:nvSpPr>
          <p:cNvPr id="4" name="Espaço Reservado para Rodapé 3">
            <a:extLst>
              <a:ext uri="{FF2B5EF4-FFF2-40B4-BE49-F238E27FC236}">
                <a16:creationId xmlns:a16="http://schemas.microsoft.com/office/drawing/2014/main" id="{E66DE0F3-E3AA-49D8-89BE-7B6659EF1551}"/>
              </a:ext>
            </a:extLst>
          </p:cNvPr>
          <p:cNvSpPr>
            <a:spLocks noGrp="1"/>
          </p:cNvSpPr>
          <p:nvPr>
            <p:ph type="ftr" sz="quarter" idx="11"/>
          </p:nvPr>
        </p:nvSpPr>
        <p:spPr/>
        <p:txBody>
          <a:bodyPr/>
          <a:lstStyle/>
          <a:p>
            <a:r>
              <a:rPr lang="en-US" dirty="0"/>
              <a:t>CONCLUSÕES – </a:t>
            </a:r>
            <a:r>
              <a:rPr lang="en-US" dirty="0" err="1"/>
              <a:t>trabalho</a:t>
            </a:r>
            <a:r>
              <a:rPr lang="en-US" dirty="0"/>
              <a:t> de </a:t>
            </a:r>
            <a:r>
              <a:rPr lang="en-US" dirty="0" err="1"/>
              <a:t>conclusão</a:t>
            </a:r>
            <a:r>
              <a:rPr lang="en-US" dirty="0"/>
              <a:t> de </a:t>
            </a:r>
            <a:r>
              <a:rPr lang="en-US" dirty="0" err="1"/>
              <a:t>curso</a:t>
            </a:r>
            <a:r>
              <a:rPr lang="en-US" dirty="0"/>
              <a:t> – Evandro </a:t>
            </a:r>
            <a:r>
              <a:rPr lang="en-US" dirty="0" err="1"/>
              <a:t>coelho</a:t>
            </a:r>
            <a:endParaRPr lang="en-US" dirty="0"/>
          </a:p>
        </p:txBody>
      </p:sp>
    </p:spTree>
    <p:extLst>
      <p:ext uri="{BB962C8B-B14F-4D97-AF65-F5344CB8AC3E}">
        <p14:creationId xmlns:p14="http://schemas.microsoft.com/office/powerpoint/2010/main" val="99245065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304B40-6619-4716-9EBB-9A3A816B52F8}"/>
              </a:ext>
            </a:extLst>
          </p:cNvPr>
          <p:cNvSpPr>
            <a:spLocks noGrp="1"/>
          </p:cNvSpPr>
          <p:nvPr>
            <p:ph type="title"/>
          </p:nvPr>
        </p:nvSpPr>
        <p:spPr/>
        <p:txBody>
          <a:bodyPr/>
          <a:lstStyle/>
          <a:p>
            <a:r>
              <a:rPr lang="pt-BR" dirty="0"/>
              <a:t>Obrigado!</a:t>
            </a:r>
          </a:p>
        </p:txBody>
      </p:sp>
      <p:sp>
        <p:nvSpPr>
          <p:cNvPr id="3" name="Espaço Reservado para Conteúdo 2">
            <a:extLst>
              <a:ext uri="{FF2B5EF4-FFF2-40B4-BE49-F238E27FC236}">
                <a16:creationId xmlns:a16="http://schemas.microsoft.com/office/drawing/2014/main" id="{8093754E-D7A2-4D94-84FD-F7ADB980EB2A}"/>
              </a:ext>
            </a:extLst>
          </p:cNvPr>
          <p:cNvSpPr>
            <a:spLocks noGrp="1"/>
          </p:cNvSpPr>
          <p:nvPr>
            <p:ph idx="1"/>
          </p:nvPr>
        </p:nvSpPr>
        <p:spPr/>
        <p:txBody>
          <a:bodyPr>
            <a:normAutofit/>
          </a:bodyPr>
          <a:lstStyle/>
          <a:p>
            <a:pPr marL="0" indent="0" algn="ctr">
              <a:buNone/>
            </a:pPr>
            <a:r>
              <a:rPr lang="pt-BR" sz="2400" b="1" dirty="0"/>
              <a:t>Evandro Ribeiro Gomes Coelho</a:t>
            </a:r>
          </a:p>
          <a:p>
            <a:pPr marL="0" indent="0">
              <a:buNone/>
            </a:pPr>
            <a:endParaRPr lang="pt-BR" sz="2400" dirty="0"/>
          </a:p>
          <a:p>
            <a:pPr marL="0" indent="0">
              <a:buNone/>
            </a:pPr>
            <a:r>
              <a:rPr lang="pt-BR" sz="2400" dirty="0"/>
              <a:t>Contato: </a:t>
            </a:r>
          </a:p>
          <a:p>
            <a:r>
              <a:rPr lang="pt-BR" sz="2000" dirty="0"/>
              <a:t>https://</a:t>
            </a:r>
            <a:r>
              <a:rPr lang="pt-BR" sz="2000" dirty="0" err="1"/>
              <a:t>www.linkedin.com</a:t>
            </a:r>
            <a:r>
              <a:rPr lang="pt-BR" sz="2000" dirty="0"/>
              <a:t>/in/</a:t>
            </a:r>
            <a:r>
              <a:rPr lang="pt-BR" sz="2000" dirty="0" err="1"/>
              <a:t>evandrorcoelho</a:t>
            </a:r>
            <a:r>
              <a:rPr lang="pt-BR" sz="2000" dirty="0"/>
              <a:t>/</a:t>
            </a:r>
            <a:r>
              <a:rPr lang="pt-BR" sz="2000" dirty="0" err="1"/>
              <a:t>pt</a:t>
            </a:r>
            <a:r>
              <a:rPr lang="pt-BR" sz="2000" dirty="0"/>
              <a:t>/</a:t>
            </a:r>
          </a:p>
        </p:txBody>
      </p:sp>
      <p:sp>
        <p:nvSpPr>
          <p:cNvPr id="4" name="Espaço Reservado para Número de Slide 3">
            <a:extLst>
              <a:ext uri="{FF2B5EF4-FFF2-40B4-BE49-F238E27FC236}">
                <a16:creationId xmlns:a16="http://schemas.microsoft.com/office/drawing/2014/main" id="{8476E69A-EF8A-4BFE-9C44-6F783EE58850}"/>
              </a:ext>
            </a:extLst>
          </p:cNvPr>
          <p:cNvSpPr>
            <a:spLocks noGrp="1"/>
          </p:cNvSpPr>
          <p:nvPr>
            <p:ph type="sldNum" sz="quarter" idx="12"/>
          </p:nvPr>
        </p:nvSpPr>
        <p:spPr/>
        <p:txBody>
          <a:bodyPr/>
          <a:lstStyle/>
          <a:p>
            <a:pPr rtl="0"/>
            <a:fld id="{3A98EE3D-8CD1-4C3F-BD1C-C98C9596463C}" type="slidenum">
              <a:rPr lang="en-US" smtClean="0"/>
              <a:t>28</a:t>
            </a:fld>
            <a:r>
              <a:rPr lang="en-US" dirty="0"/>
              <a:t> / 29</a:t>
            </a:r>
          </a:p>
        </p:txBody>
      </p:sp>
    </p:spTree>
    <p:extLst>
      <p:ext uri="{BB962C8B-B14F-4D97-AF65-F5344CB8AC3E}">
        <p14:creationId xmlns:p14="http://schemas.microsoft.com/office/powerpoint/2010/main" val="160901771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D872C6C-3E07-4AC6-B68D-9AFE69A9DDB5}"/>
              </a:ext>
            </a:extLst>
          </p:cNvPr>
          <p:cNvSpPr>
            <a:spLocks noGrp="1"/>
          </p:cNvSpPr>
          <p:nvPr>
            <p:ph type="title"/>
          </p:nvPr>
        </p:nvSpPr>
        <p:spPr/>
        <p:txBody>
          <a:bodyPr/>
          <a:lstStyle/>
          <a:p>
            <a:r>
              <a:rPr lang="pt-BR" dirty="0"/>
              <a:t>referências</a:t>
            </a:r>
          </a:p>
        </p:txBody>
      </p:sp>
      <p:sp>
        <p:nvSpPr>
          <p:cNvPr id="3" name="Espaço Reservado para Conteúdo 2">
            <a:extLst>
              <a:ext uri="{FF2B5EF4-FFF2-40B4-BE49-F238E27FC236}">
                <a16:creationId xmlns:a16="http://schemas.microsoft.com/office/drawing/2014/main" id="{E1647ED6-C6B8-46F3-976C-6B7EECBA62C5}"/>
              </a:ext>
            </a:extLst>
          </p:cNvPr>
          <p:cNvSpPr>
            <a:spLocks noGrp="1"/>
          </p:cNvSpPr>
          <p:nvPr>
            <p:ph idx="1"/>
          </p:nvPr>
        </p:nvSpPr>
        <p:spPr>
          <a:xfrm>
            <a:off x="581193" y="1890876"/>
            <a:ext cx="5514808" cy="4533038"/>
          </a:xfrm>
        </p:spPr>
        <p:txBody>
          <a:bodyPr>
            <a:normAutofit fontScale="47500" lnSpcReduction="20000"/>
          </a:bodyPr>
          <a:lstStyle/>
          <a:p>
            <a:pPr marL="0" lvl="0" indent="0" algn="just">
              <a:buNone/>
              <a:tabLst>
                <a:tab pos="228600" algn="l"/>
              </a:tabLst>
            </a:pPr>
            <a:r>
              <a:rPr lang="pt-BR" sz="1800" dirty="0">
                <a:effectLst/>
                <a:latin typeface="Times New Roman" panose="02020603050405020304" pitchFamily="18" charset="0"/>
                <a:ea typeface="Times New Roman" panose="02020603050405020304" pitchFamily="18" charset="0"/>
              </a:rPr>
              <a:t>ABESCO, Associação Brasileira das Empresas de Serviços de Conservação de Energia. </a:t>
            </a:r>
            <a:r>
              <a:rPr lang="pt-BR" sz="1800" b="1" dirty="0">
                <a:effectLst/>
                <a:latin typeface="Times New Roman" panose="02020603050405020304" pitchFamily="18" charset="0"/>
                <a:ea typeface="Times New Roman" panose="02020603050405020304" pitchFamily="18" charset="0"/>
              </a:rPr>
              <a:t>O que é Eficiência Energética? (EE)</a:t>
            </a:r>
            <a:r>
              <a:rPr lang="pt-BR" sz="1800" dirty="0">
                <a:effectLst/>
                <a:latin typeface="Times New Roman" panose="02020603050405020304" pitchFamily="18" charset="0"/>
                <a:ea typeface="Times New Roman" panose="02020603050405020304" pitchFamily="18" charset="0"/>
              </a:rPr>
              <a:t>. Disponível em: &lt;http://www.abesco.com.br/</a:t>
            </a:r>
            <a:r>
              <a:rPr lang="pt-BR" sz="1800" dirty="0" err="1">
                <a:effectLst/>
                <a:latin typeface="Times New Roman" panose="02020603050405020304" pitchFamily="18" charset="0"/>
                <a:ea typeface="Times New Roman" panose="02020603050405020304" pitchFamily="18" charset="0"/>
              </a:rPr>
              <a:t>pt</a:t>
            </a:r>
            <a:r>
              <a:rPr lang="pt-BR" sz="1800" dirty="0">
                <a:effectLst/>
                <a:latin typeface="Times New Roman" panose="02020603050405020304" pitchFamily="18" charset="0"/>
                <a:ea typeface="Times New Roman" panose="02020603050405020304" pitchFamily="18" charset="0"/>
              </a:rPr>
              <a:t>/o-que-e-</a:t>
            </a:r>
            <a:r>
              <a:rPr lang="pt-BR" sz="1800" dirty="0" err="1">
                <a:effectLst/>
                <a:latin typeface="Times New Roman" panose="02020603050405020304" pitchFamily="18" charset="0"/>
                <a:ea typeface="Times New Roman" panose="02020603050405020304" pitchFamily="18" charset="0"/>
              </a:rPr>
              <a:t>eficiencia</a:t>
            </a:r>
            <a:r>
              <a:rPr lang="pt-BR" sz="1800" dirty="0">
                <a:effectLst/>
                <a:latin typeface="Times New Roman" panose="02020603050405020304" pitchFamily="18" charset="0"/>
                <a:ea typeface="Times New Roman" panose="02020603050405020304" pitchFamily="18" charset="0"/>
              </a:rPr>
              <a:t>-</a:t>
            </a:r>
            <a:r>
              <a:rPr lang="pt-BR" sz="1800" dirty="0" err="1">
                <a:effectLst/>
                <a:latin typeface="Times New Roman" panose="02020603050405020304" pitchFamily="18" charset="0"/>
                <a:ea typeface="Times New Roman" panose="02020603050405020304" pitchFamily="18" charset="0"/>
              </a:rPr>
              <a:t>energetica-ee</a:t>
            </a:r>
            <a:r>
              <a:rPr lang="pt-BR" sz="1800" dirty="0">
                <a:effectLst/>
                <a:latin typeface="Times New Roman" panose="02020603050405020304" pitchFamily="18" charset="0"/>
                <a:ea typeface="Times New Roman" panose="02020603050405020304" pitchFamily="18" charset="0"/>
              </a:rPr>
              <a:t>/#:~:text=Efici%C3%AAncia%20energ%C3%A9tica%20%C3%A9%20uma%20atividade,se%20obter%20um%20determinado%20resultado&gt;. Acesso em 27 de dezembro de 2020.</a:t>
            </a:r>
          </a:p>
          <a:p>
            <a:pPr marL="0" lvl="0" indent="0" algn="just">
              <a:buNone/>
              <a:tabLst>
                <a:tab pos="228600" algn="l"/>
              </a:tabLst>
            </a:pPr>
            <a:r>
              <a:rPr lang="en-US" sz="1800" dirty="0">
                <a:effectLst/>
                <a:latin typeface="Times New Roman" panose="02020603050405020304" pitchFamily="18" charset="0"/>
                <a:ea typeface="Times New Roman" panose="02020603050405020304" pitchFamily="18" charset="0"/>
              </a:rPr>
              <a:t>AMASYALI, K., &amp; EL-GOHARY, N. M. A review of data-driven building energy consumption prediction studies. </a:t>
            </a:r>
            <a:r>
              <a:rPr lang="pt-BR" sz="1800" b="1" dirty="0" err="1">
                <a:effectLst/>
                <a:latin typeface="Times New Roman" panose="02020603050405020304" pitchFamily="18" charset="0"/>
                <a:ea typeface="Times New Roman" panose="02020603050405020304" pitchFamily="18" charset="0"/>
              </a:rPr>
              <a:t>Renewable</a:t>
            </a:r>
            <a:r>
              <a:rPr lang="pt-BR" sz="1800" b="1" dirty="0">
                <a:effectLst/>
                <a:latin typeface="Times New Roman" panose="02020603050405020304" pitchFamily="18" charset="0"/>
                <a:ea typeface="Times New Roman" panose="02020603050405020304" pitchFamily="18" charset="0"/>
              </a:rPr>
              <a:t> </a:t>
            </a:r>
            <a:r>
              <a:rPr lang="pt-BR" sz="1800" b="1" dirty="0" err="1">
                <a:effectLst/>
                <a:latin typeface="Times New Roman" panose="02020603050405020304" pitchFamily="18" charset="0"/>
                <a:ea typeface="Times New Roman" panose="02020603050405020304" pitchFamily="18" charset="0"/>
              </a:rPr>
              <a:t>and</a:t>
            </a:r>
            <a:r>
              <a:rPr lang="pt-BR" sz="1800" b="1" dirty="0">
                <a:effectLst/>
                <a:latin typeface="Times New Roman" panose="02020603050405020304" pitchFamily="18" charset="0"/>
                <a:ea typeface="Times New Roman" panose="02020603050405020304" pitchFamily="18" charset="0"/>
              </a:rPr>
              <a:t> </a:t>
            </a:r>
            <a:r>
              <a:rPr lang="pt-BR" sz="1800" b="1" dirty="0" err="1">
                <a:effectLst/>
                <a:latin typeface="Times New Roman" panose="02020603050405020304" pitchFamily="18" charset="0"/>
                <a:ea typeface="Times New Roman" panose="02020603050405020304" pitchFamily="18" charset="0"/>
              </a:rPr>
              <a:t>Sustainable</a:t>
            </a:r>
            <a:r>
              <a:rPr lang="pt-BR" sz="1800" b="1" dirty="0">
                <a:effectLst/>
                <a:latin typeface="Times New Roman" panose="02020603050405020304" pitchFamily="18" charset="0"/>
                <a:ea typeface="Times New Roman" panose="02020603050405020304" pitchFamily="18" charset="0"/>
              </a:rPr>
              <a:t> Energy Reviews</a:t>
            </a:r>
            <a:r>
              <a:rPr lang="pt-BR" sz="1800" dirty="0">
                <a:effectLst/>
                <a:latin typeface="Times New Roman" panose="02020603050405020304" pitchFamily="18" charset="0"/>
                <a:ea typeface="Times New Roman" panose="02020603050405020304" pitchFamily="18" charset="0"/>
              </a:rPr>
              <a:t>, p. 1192–1205, 2017.</a:t>
            </a:r>
          </a:p>
          <a:p>
            <a:pPr marL="0" lvl="0" indent="0" algn="just">
              <a:buNone/>
              <a:tabLst>
                <a:tab pos="228600" algn="l"/>
              </a:tabLst>
            </a:pPr>
            <a:r>
              <a:rPr lang="pt-BR" sz="1800" dirty="0">
                <a:effectLst/>
                <a:latin typeface="Times New Roman" panose="02020603050405020304" pitchFamily="18" charset="0"/>
                <a:ea typeface="Times New Roman" panose="02020603050405020304" pitchFamily="18" charset="0"/>
              </a:rPr>
              <a:t>ANEEL, Agência Nacional De Energia Elétrica. (03 de abril de 2012). </a:t>
            </a:r>
            <a:r>
              <a:rPr lang="pt-BR" sz="1800" b="1" dirty="0">
                <a:effectLst/>
                <a:latin typeface="Times New Roman" panose="02020603050405020304" pitchFamily="18" charset="0"/>
                <a:ea typeface="Times New Roman" panose="02020603050405020304" pitchFamily="18" charset="0"/>
              </a:rPr>
              <a:t>RESOLUÇÃO NORMATIVA Nº 479, DE 3 DE ABRIL DE 2012</a:t>
            </a:r>
            <a:r>
              <a:rPr lang="pt-BR" sz="1800" dirty="0">
                <a:effectLst/>
                <a:latin typeface="Times New Roman" panose="02020603050405020304" pitchFamily="18" charset="0"/>
                <a:ea typeface="Times New Roman" panose="02020603050405020304" pitchFamily="18" charset="0"/>
              </a:rPr>
              <a:t>. Disponível em: &lt; https://www.aneel.gov.br/</a:t>
            </a:r>
            <a:r>
              <a:rPr lang="pt-BR" sz="1800" dirty="0" err="1">
                <a:effectLst/>
                <a:latin typeface="Times New Roman" panose="02020603050405020304" pitchFamily="18" charset="0"/>
                <a:ea typeface="Times New Roman" panose="02020603050405020304" pitchFamily="18" charset="0"/>
              </a:rPr>
              <a:t>documents</a:t>
            </a:r>
            <a:r>
              <a:rPr lang="pt-BR" sz="1800" dirty="0">
                <a:effectLst/>
                <a:latin typeface="Times New Roman" panose="02020603050405020304" pitchFamily="18" charset="0"/>
                <a:ea typeface="Times New Roman" panose="02020603050405020304" pitchFamily="18" charset="0"/>
              </a:rPr>
              <a:t>/656877/14486448/ren2012479.pdf/a89312fe-a5d7-4151-96be-95765ea2ce03?version=1.0&gt;. Acesso em 25 de maio de 2021.</a:t>
            </a:r>
          </a:p>
          <a:p>
            <a:pPr marL="0" lvl="0" indent="0" algn="just">
              <a:buNone/>
              <a:tabLst>
                <a:tab pos="228600" algn="l"/>
              </a:tabLst>
            </a:pPr>
            <a:r>
              <a:rPr lang="pt-BR" sz="1800" dirty="0">
                <a:effectLst/>
                <a:latin typeface="Times New Roman" panose="02020603050405020304" pitchFamily="18" charset="0"/>
                <a:ea typeface="Times New Roman" panose="02020603050405020304" pitchFamily="18" charset="0"/>
              </a:rPr>
              <a:t>COSTA, A. F. </a:t>
            </a:r>
            <a:r>
              <a:rPr lang="pt-BR" sz="1800" b="1" dirty="0">
                <a:effectLst/>
                <a:latin typeface="Times New Roman" panose="02020603050405020304" pitchFamily="18" charset="0"/>
                <a:ea typeface="Times New Roman" panose="02020603050405020304" pitchFamily="18" charset="0"/>
              </a:rPr>
              <a:t>Fiscal de contratos administrativos: atribuições</a:t>
            </a:r>
            <a:r>
              <a:rPr lang="pt-BR" sz="1800" dirty="0">
                <a:effectLst/>
                <a:latin typeface="Times New Roman" panose="02020603050405020304" pitchFamily="18" charset="0"/>
                <a:ea typeface="Times New Roman" panose="02020603050405020304" pitchFamily="18" charset="0"/>
              </a:rPr>
              <a:t>. Disponível em: &lt;https://jus.com.br/artigos/24855/aspectos-gerais-sobre-o-fiscal-de-contratos-</a:t>
            </a:r>
            <a:r>
              <a:rPr lang="pt-BR" sz="1800" dirty="0" err="1">
                <a:effectLst/>
                <a:latin typeface="Times New Roman" panose="02020603050405020304" pitchFamily="18" charset="0"/>
                <a:ea typeface="Times New Roman" panose="02020603050405020304" pitchFamily="18" charset="0"/>
              </a:rPr>
              <a:t>publicos</a:t>
            </a:r>
            <a:r>
              <a:rPr lang="pt-BR" sz="1800" dirty="0">
                <a:effectLst/>
                <a:latin typeface="Times New Roman" panose="02020603050405020304" pitchFamily="18" charset="0"/>
                <a:ea typeface="Times New Roman" panose="02020603050405020304" pitchFamily="18" charset="0"/>
              </a:rPr>
              <a:t>/2#:~:</a:t>
            </a:r>
            <a:r>
              <a:rPr lang="pt-BR" sz="1800" dirty="0" err="1">
                <a:effectLst/>
                <a:latin typeface="Times New Roman" panose="02020603050405020304" pitchFamily="18" charset="0"/>
                <a:ea typeface="Times New Roman" panose="02020603050405020304" pitchFamily="18" charset="0"/>
              </a:rPr>
              <a:t>text</a:t>
            </a:r>
            <a:r>
              <a:rPr lang="pt-BR" sz="1800" dirty="0">
                <a:effectLst/>
                <a:latin typeface="Times New Roman" panose="02020603050405020304" pitchFamily="18" charset="0"/>
                <a:ea typeface="Times New Roman" panose="02020603050405020304" pitchFamily="18" charset="0"/>
              </a:rPr>
              <a:t>=LIQUIDA%C3%87%C3%83O%20DA%20DESPESA&amp;text=%E2%80%9CA%20liquida%C3%A7%C3%A3o%20da%20despesa%20consiste,cumpriu%20o%20que%20foi%20pactuado&gt;. Acesso 03 de novembro de 2020.</a:t>
            </a:r>
          </a:p>
          <a:p>
            <a:pPr marL="0" lvl="0" indent="0" algn="just">
              <a:buNone/>
              <a:tabLst>
                <a:tab pos="228600" algn="l"/>
              </a:tabLst>
            </a:pPr>
            <a:r>
              <a:rPr lang="pt-BR" sz="1800" dirty="0">
                <a:effectLst/>
                <a:latin typeface="Times New Roman" panose="02020603050405020304" pitchFamily="18" charset="0"/>
                <a:ea typeface="Times New Roman" panose="02020603050405020304" pitchFamily="18" charset="0"/>
              </a:rPr>
              <a:t>D’ALBUQUERQUE, M. A., SILVA, R. M., &amp; Gomes, M. B. Eficiência Energética Em Uma Edificação Pública. </a:t>
            </a:r>
            <a:r>
              <a:rPr lang="pt-BR" sz="1800" b="1" dirty="0">
                <a:effectLst/>
                <a:latin typeface="Times New Roman" panose="02020603050405020304" pitchFamily="18" charset="0"/>
                <a:ea typeface="Times New Roman" panose="02020603050405020304" pitchFamily="18" charset="0"/>
              </a:rPr>
              <a:t>Sistemas &amp; Gestão</a:t>
            </a:r>
            <a:r>
              <a:rPr lang="pt-BR" sz="1800" dirty="0">
                <a:effectLst/>
                <a:latin typeface="Times New Roman" panose="02020603050405020304" pitchFamily="18" charset="0"/>
                <a:ea typeface="Times New Roman" panose="02020603050405020304" pitchFamily="18" charset="0"/>
              </a:rPr>
              <a:t>, p. 462-470, 2017.</a:t>
            </a:r>
          </a:p>
          <a:p>
            <a:pPr marL="0" lvl="0" indent="0" algn="just">
              <a:buNone/>
              <a:tabLst>
                <a:tab pos="228600" algn="l"/>
              </a:tabLst>
            </a:pPr>
            <a:r>
              <a:rPr lang="pt-BR" sz="1800" dirty="0">
                <a:effectLst/>
                <a:latin typeface="Times New Roman" panose="02020603050405020304" pitchFamily="18" charset="0"/>
                <a:ea typeface="Times New Roman" panose="02020603050405020304" pitchFamily="18" charset="0"/>
              </a:rPr>
              <a:t>DEB C. </a:t>
            </a:r>
            <a:r>
              <a:rPr lang="pt-BR" sz="1800" i="1" dirty="0">
                <a:effectLst/>
                <a:latin typeface="Times New Roman" panose="02020603050405020304" pitchFamily="18" charset="0"/>
                <a:ea typeface="Times New Roman" panose="02020603050405020304" pitchFamily="18" charset="0"/>
              </a:rPr>
              <a:t>et al</a:t>
            </a:r>
            <a:r>
              <a:rPr lang="pt-BR" sz="1800" dirty="0">
                <a:effectLst/>
                <a:latin typeface="Times New Roman" panose="02020603050405020304" pitchFamily="18" charset="0"/>
                <a:ea typeface="Times New Roman" panose="02020603050405020304" pitchFamily="18" charset="0"/>
              </a:rPr>
              <a:t>. </a:t>
            </a:r>
            <a:r>
              <a:rPr lang="pt-BR" sz="1800" b="1" dirty="0">
                <a:effectLst/>
                <a:latin typeface="Times New Roman" panose="02020603050405020304" pitchFamily="18" charset="0"/>
                <a:ea typeface="Times New Roman" panose="02020603050405020304" pitchFamily="18" charset="0"/>
              </a:rPr>
              <a:t>A review </a:t>
            </a:r>
            <a:r>
              <a:rPr lang="pt-BR" sz="1800" b="1" dirty="0" err="1">
                <a:effectLst/>
                <a:latin typeface="Times New Roman" panose="02020603050405020304" pitchFamily="18" charset="0"/>
                <a:ea typeface="Times New Roman" panose="02020603050405020304" pitchFamily="18" charset="0"/>
              </a:rPr>
              <a:t>on</a:t>
            </a:r>
            <a:r>
              <a:rPr lang="pt-BR" sz="1800" b="1" dirty="0">
                <a:effectLst/>
                <a:latin typeface="Times New Roman" panose="02020603050405020304" pitchFamily="18" charset="0"/>
                <a:ea typeface="Times New Roman" panose="02020603050405020304" pitchFamily="18" charset="0"/>
              </a:rPr>
              <a:t> time series </a:t>
            </a:r>
            <a:r>
              <a:rPr lang="pt-BR" sz="1800" b="1" dirty="0" err="1">
                <a:effectLst/>
                <a:latin typeface="Times New Roman" panose="02020603050405020304" pitchFamily="18" charset="0"/>
                <a:ea typeface="Times New Roman" panose="02020603050405020304" pitchFamily="18" charset="0"/>
              </a:rPr>
              <a:t>forecasting</a:t>
            </a:r>
            <a:r>
              <a:rPr lang="pt-BR" sz="1800" b="1" dirty="0">
                <a:effectLst/>
                <a:latin typeface="Times New Roman" panose="02020603050405020304" pitchFamily="18" charset="0"/>
                <a:ea typeface="Times New Roman" panose="02020603050405020304" pitchFamily="18" charset="0"/>
              </a:rPr>
              <a:t> </a:t>
            </a:r>
            <a:r>
              <a:rPr lang="pt-BR" sz="1800" b="1" dirty="0" err="1">
                <a:effectLst/>
                <a:latin typeface="Times New Roman" panose="02020603050405020304" pitchFamily="18" charset="0"/>
                <a:ea typeface="Times New Roman" panose="02020603050405020304" pitchFamily="18" charset="0"/>
              </a:rPr>
              <a:t>techniques</a:t>
            </a:r>
            <a:r>
              <a:rPr lang="pt-BR" sz="1800" b="1" dirty="0">
                <a:effectLst/>
                <a:latin typeface="Times New Roman" panose="02020603050405020304" pitchFamily="18" charset="0"/>
                <a:ea typeface="Times New Roman" panose="02020603050405020304" pitchFamily="18" charset="0"/>
              </a:rPr>
              <a:t> for </a:t>
            </a:r>
            <a:r>
              <a:rPr lang="pt-BR" sz="1800" b="1" dirty="0" err="1">
                <a:effectLst/>
                <a:latin typeface="Times New Roman" panose="02020603050405020304" pitchFamily="18" charset="0"/>
                <a:ea typeface="Times New Roman" panose="02020603050405020304" pitchFamily="18" charset="0"/>
              </a:rPr>
              <a:t>building</a:t>
            </a:r>
            <a:r>
              <a:rPr lang="pt-BR" sz="1800" b="1" dirty="0">
                <a:effectLst/>
                <a:latin typeface="Times New Roman" panose="02020603050405020304" pitchFamily="18" charset="0"/>
                <a:ea typeface="Times New Roman" panose="02020603050405020304" pitchFamily="18" charset="0"/>
              </a:rPr>
              <a:t> </a:t>
            </a:r>
            <a:r>
              <a:rPr lang="pt-BR" sz="1800" b="1" dirty="0" err="1">
                <a:effectLst/>
                <a:latin typeface="Times New Roman" panose="02020603050405020304" pitchFamily="18" charset="0"/>
                <a:ea typeface="Times New Roman" panose="02020603050405020304" pitchFamily="18" charset="0"/>
              </a:rPr>
              <a:t>energy</a:t>
            </a:r>
            <a:r>
              <a:rPr lang="pt-BR" sz="1800" b="1" dirty="0">
                <a:effectLst/>
                <a:latin typeface="Times New Roman" panose="02020603050405020304" pitchFamily="18" charset="0"/>
                <a:ea typeface="Times New Roman" panose="02020603050405020304" pitchFamily="18" charset="0"/>
              </a:rPr>
              <a:t> </a:t>
            </a:r>
            <a:r>
              <a:rPr lang="pt-BR" sz="1800" b="1" dirty="0" err="1">
                <a:effectLst/>
                <a:latin typeface="Times New Roman" panose="02020603050405020304" pitchFamily="18" charset="0"/>
                <a:ea typeface="Times New Roman" panose="02020603050405020304" pitchFamily="18" charset="0"/>
              </a:rPr>
              <a:t>Consumption</a:t>
            </a:r>
            <a:r>
              <a:rPr lang="pt-BR" sz="1800" dirty="0">
                <a:effectLst/>
                <a:latin typeface="Times New Roman" panose="02020603050405020304" pitchFamily="18" charset="0"/>
                <a:ea typeface="Times New Roman" panose="02020603050405020304" pitchFamily="18" charset="0"/>
              </a:rPr>
              <a:t>. </a:t>
            </a:r>
            <a:r>
              <a:rPr lang="pt-BR" sz="1800" dirty="0" err="1">
                <a:effectLst/>
                <a:latin typeface="Times New Roman" panose="02020603050405020304" pitchFamily="18" charset="0"/>
                <a:ea typeface="Times New Roman" panose="02020603050405020304" pitchFamily="18" charset="0"/>
              </a:rPr>
              <a:t>Renewable</a:t>
            </a:r>
            <a:r>
              <a:rPr lang="pt-BR" sz="1800" dirty="0">
                <a:effectLst/>
                <a:latin typeface="Times New Roman" panose="02020603050405020304" pitchFamily="18" charset="0"/>
                <a:ea typeface="Times New Roman" panose="02020603050405020304" pitchFamily="18" charset="0"/>
              </a:rPr>
              <a:t> </a:t>
            </a:r>
            <a:r>
              <a:rPr lang="pt-BR" sz="1800" dirty="0" err="1">
                <a:effectLst/>
                <a:latin typeface="Times New Roman" panose="02020603050405020304" pitchFamily="18" charset="0"/>
                <a:ea typeface="Times New Roman" panose="02020603050405020304" pitchFamily="18" charset="0"/>
              </a:rPr>
              <a:t>and</a:t>
            </a:r>
            <a:r>
              <a:rPr lang="pt-BR" sz="1800" dirty="0">
                <a:effectLst/>
                <a:latin typeface="Times New Roman" panose="02020603050405020304" pitchFamily="18" charset="0"/>
                <a:ea typeface="Times New Roman" panose="02020603050405020304" pitchFamily="18" charset="0"/>
              </a:rPr>
              <a:t> </a:t>
            </a:r>
            <a:r>
              <a:rPr lang="pt-BR" sz="1800" dirty="0" err="1">
                <a:effectLst/>
                <a:latin typeface="Times New Roman" panose="02020603050405020304" pitchFamily="18" charset="0"/>
                <a:ea typeface="Times New Roman" panose="02020603050405020304" pitchFamily="18" charset="0"/>
              </a:rPr>
              <a:t>Sustainable</a:t>
            </a:r>
            <a:r>
              <a:rPr lang="pt-BR" sz="1800" dirty="0">
                <a:effectLst/>
                <a:latin typeface="Times New Roman" panose="02020603050405020304" pitchFamily="18" charset="0"/>
                <a:ea typeface="Times New Roman" panose="02020603050405020304" pitchFamily="18" charset="0"/>
              </a:rPr>
              <a:t> Energy Reviews. p-9-12. 2017.</a:t>
            </a:r>
          </a:p>
          <a:p>
            <a:pPr marL="0" lvl="0" indent="0" algn="just">
              <a:buNone/>
              <a:tabLst>
                <a:tab pos="228600" algn="l"/>
              </a:tabLst>
            </a:pPr>
            <a:r>
              <a:rPr lang="pt-BR" sz="1800" dirty="0">
                <a:effectLst/>
                <a:latin typeface="Times New Roman" panose="02020603050405020304" pitchFamily="18" charset="0"/>
                <a:ea typeface="Times New Roman" panose="02020603050405020304" pitchFamily="18" charset="0"/>
              </a:rPr>
              <a:t>GONÇALVES, A. C. </a:t>
            </a:r>
            <a:r>
              <a:rPr lang="pt-BR" sz="1800" b="1" dirty="0" err="1">
                <a:effectLst/>
                <a:latin typeface="Times New Roman" panose="02020603050405020304" pitchFamily="18" charset="0"/>
                <a:ea typeface="Times New Roman" panose="02020603050405020304" pitchFamily="18" charset="0"/>
              </a:rPr>
              <a:t>Eficientização</a:t>
            </a:r>
            <a:r>
              <a:rPr lang="pt-BR" sz="1800" b="1" dirty="0">
                <a:effectLst/>
                <a:latin typeface="Times New Roman" panose="02020603050405020304" pitchFamily="18" charset="0"/>
                <a:ea typeface="Times New Roman" panose="02020603050405020304" pitchFamily="18" charset="0"/>
              </a:rPr>
              <a:t> Energética Em Prédios Públicos: Um Desafio Aos Gestores Municipais Frente Aos Requisitos De Governança E Sustentabilidade</a:t>
            </a:r>
            <a:r>
              <a:rPr lang="pt-BR" sz="1800" dirty="0">
                <a:effectLst/>
                <a:latin typeface="Times New Roman" panose="02020603050405020304" pitchFamily="18" charset="0"/>
                <a:ea typeface="Times New Roman" panose="02020603050405020304" pitchFamily="18" charset="0"/>
              </a:rPr>
              <a:t>, São Paulo. p. 1-25, 2012.</a:t>
            </a:r>
          </a:p>
          <a:p>
            <a:pPr marL="0" lvl="0" indent="0" algn="just">
              <a:buNone/>
              <a:tabLst>
                <a:tab pos="228600" algn="l"/>
              </a:tabLst>
            </a:pPr>
            <a:r>
              <a:rPr lang="en-US" sz="1800" dirty="0">
                <a:effectLst/>
                <a:latin typeface="Times New Roman" panose="02020603050405020304" pitchFamily="18" charset="0"/>
                <a:ea typeface="Times New Roman" panose="02020603050405020304" pitchFamily="18" charset="0"/>
              </a:rPr>
              <a:t>GOOGLE INC. </a:t>
            </a:r>
            <a:r>
              <a:rPr lang="en-US" sz="1800" b="1" dirty="0">
                <a:effectLst/>
                <a:latin typeface="Times New Roman" panose="02020603050405020304" pitchFamily="18" charset="0"/>
                <a:ea typeface="Times New Roman" panose="02020603050405020304" pitchFamily="18" charset="0"/>
              </a:rPr>
              <a:t>Machine Learning Crash Course. </a:t>
            </a:r>
            <a:r>
              <a:rPr lang="pt-BR" sz="1800" dirty="0" err="1">
                <a:effectLst/>
                <a:latin typeface="Times New Roman" panose="02020603050405020304" pitchFamily="18" charset="0"/>
                <a:ea typeface="Times New Roman" panose="02020603050405020304" pitchFamily="18" charset="0"/>
              </a:rPr>
              <a:t>Developers</a:t>
            </a:r>
            <a:r>
              <a:rPr lang="pt-BR" sz="1800" dirty="0">
                <a:effectLst/>
                <a:latin typeface="Times New Roman" panose="02020603050405020304" pitchFamily="18" charset="0"/>
                <a:ea typeface="Times New Roman" panose="02020603050405020304" pitchFamily="18" charset="0"/>
              </a:rPr>
              <a:t> Google. Disponível em: &lt;https://developers.google.com/</a:t>
            </a:r>
            <a:r>
              <a:rPr lang="pt-BR" sz="1800" dirty="0" err="1">
                <a:effectLst/>
                <a:latin typeface="Times New Roman" panose="02020603050405020304" pitchFamily="18" charset="0"/>
                <a:ea typeface="Times New Roman" panose="02020603050405020304" pitchFamily="18" charset="0"/>
              </a:rPr>
              <a:t>machine-learning</a:t>
            </a:r>
            <a:r>
              <a:rPr lang="pt-BR" sz="1800" dirty="0">
                <a:effectLst/>
                <a:latin typeface="Times New Roman" panose="02020603050405020304" pitchFamily="18" charset="0"/>
                <a:ea typeface="Times New Roman" panose="02020603050405020304" pitchFamily="18" charset="0"/>
              </a:rPr>
              <a:t>/crash-</a:t>
            </a:r>
            <a:r>
              <a:rPr lang="pt-BR" sz="1800" dirty="0" err="1">
                <a:effectLst/>
                <a:latin typeface="Times New Roman" panose="02020603050405020304" pitchFamily="18" charset="0"/>
                <a:ea typeface="Times New Roman" panose="02020603050405020304" pitchFamily="18" charset="0"/>
              </a:rPr>
              <a:t>course</a:t>
            </a:r>
            <a:r>
              <a:rPr lang="pt-BR" sz="1800" dirty="0">
                <a:effectLst/>
                <a:latin typeface="Times New Roman" panose="02020603050405020304" pitchFamily="18" charset="0"/>
                <a:ea typeface="Times New Roman" panose="02020603050405020304" pitchFamily="18" charset="0"/>
              </a:rPr>
              <a:t>/training-</a:t>
            </a:r>
            <a:r>
              <a:rPr lang="pt-BR" sz="1800" dirty="0" err="1">
                <a:effectLst/>
                <a:latin typeface="Times New Roman" panose="02020603050405020304" pitchFamily="18" charset="0"/>
                <a:ea typeface="Times New Roman" panose="02020603050405020304" pitchFamily="18" charset="0"/>
              </a:rPr>
              <a:t>and</a:t>
            </a:r>
            <a:r>
              <a:rPr lang="pt-BR" sz="1800" dirty="0">
                <a:effectLst/>
                <a:latin typeface="Times New Roman" panose="02020603050405020304" pitchFamily="18" charset="0"/>
                <a:ea typeface="Times New Roman" panose="02020603050405020304" pitchFamily="18" charset="0"/>
              </a:rPr>
              <a:t>-</a:t>
            </a:r>
            <a:r>
              <a:rPr lang="pt-BR" sz="1800" dirty="0" err="1">
                <a:effectLst/>
                <a:latin typeface="Times New Roman" panose="02020603050405020304" pitchFamily="18" charset="0"/>
                <a:ea typeface="Times New Roman" panose="02020603050405020304" pitchFamily="18" charset="0"/>
              </a:rPr>
              <a:t>test</a:t>
            </a:r>
            <a:r>
              <a:rPr lang="pt-BR" sz="1800" dirty="0">
                <a:effectLst/>
                <a:latin typeface="Times New Roman" panose="02020603050405020304" pitchFamily="18" charset="0"/>
                <a:ea typeface="Times New Roman" panose="02020603050405020304" pitchFamily="18" charset="0"/>
              </a:rPr>
              <a:t>-sets&gt;. Acesso em 12 de outubro de 2020.</a:t>
            </a:r>
          </a:p>
          <a:p>
            <a:pPr marL="0" lvl="0" indent="0" algn="just">
              <a:buNone/>
              <a:tabLst>
                <a:tab pos="228600" algn="l"/>
              </a:tabLst>
            </a:pPr>
            <a:r>
              <a:rPr lang="en-US" sz="1800" dirty="0">
                <a:effectLst/>
                <a:latin typeface="Times New Roman" panose="02020603050405020304" pitchFamily="18" charset="0"/>
                <a:ea typeface="Times New Roman" panose="02020603050405020304" pitchFamily="18" charset="0"/>
              </a:rPr>
              <a:t>HOSCH, W. L. </a:t>
            </a:r>
            <a:r>
              <a:rPr lang="en-US" sz="1800" b="1" dirty="0">
                <a:effectLst/>
                <a:latin typeface="Times New Roman" panose="02020603050405020304" pitchFamily="18" charset="0"/>
                <a:ea typeface="Times New Roman" panose="02020603050405020304" pitchFamily="18" charset="0"/>
              </a:rPr>
              <a:t>Machine learning</a:t>
            </a:r>
            <a:r>
              <a:rPr lang="en-US" sz="1800" dirty="0">
                <a:effectLst/>
                <a:latin typeface="Times New Roman" panose="02020603050405020304" pitchFamily="18" charset="0"/>
                <a:ea typeface="Times New Roman" panose="02020603050405020304" pitchFamily="18" charset="0"/>
              </a:rPr>
              <a:t>. </a:t>
            </a:r>
            <a:r>
              <a:rPr lang="pt-BR" sz="1800" dirty="0" err="1">
                <a:effectLst/>
                <a:latin typeface="Times New Roman" panose="02020603050405020304" pitchFamily="18" charset="0"/>
                <a:ea typeface="Times New Roman" panose="02020603050405020304" pitchFamily="18" charset="0"/>
              </a:rPr>
              <a:t>Encyclopædia</a:t>
            </a:r>
            <a:r>
              <a:rPr lang="pt-BR" sz="1800" dirty="0">
                <a:effectLst/>
                <a:latin typeface="Times New Roman" panose="02020603050405020304" pitchFamily="18" charset="0"/>
                <a:ea typeface="Times New Roman" panose="02020603050405020304" pitchFamily="18" charset="0"/>
              </a:rPr>
              <a:t> </a:t>
            </a:r>
            <a:r>
              <a:rPr lang="pt-BR" sz="1800" dirty="0" err="1">
                <a:effectLst/>
                <a:latin typeface="Times New Roman" panose="02020603050405020304" pitchFamily="18" charset="0"/>
                <a:ea typeface="Times New Roman" panose="02020603050405020304" pitchFamily="18" charset="0"/>
              </a:rPr>
              <a:t>Britannica</a:t>
            </a:r>
            <a:r>
              <a:rPr lang="pt-BR" sz="1800" dirty="0">
                <a:effectLst/>
                <a:latin typeface="Times New Roman" panose="02020603050405020304" pitchFamily="18" charset="0"/>
                <a:ea typeface="Times New Roman" panose="02020603050405020304" pitchFamily="18" charset="0"/>
              </a:rPr>
              <a:t>. Disponível em: &lt;https://www.britannica.com/</a:t>
            </a:r>
            <a:r>
              <a:rPr lang="pt-BR" sz="1800" dirty="0" err="1">
                <a:effectLst/>
                <a:latin typeface="Times New Roman" panose="02020603050405020304" pitchFamily="18" charset="0"/>
                <a:ea typeface="Times New Roman" panose="02020603050405020304" pitchFamily="18" charset="0"/>
              </a:rPr>
              <a:t>technology</a:t>
            </a:r>
            <a:r>
              <a:rPr lang="pt-BR" sz="1800" dirty="0">
                <a:effectLst/>
                <a:latin typeface="Times New Roman" panose="02020603050405020304" pitchFamily="18" charset="0"/>
                <a:ea typeface="Times New Roman" panose="02020603050405020304" pitchFamily="18" charset="0"/>
              </a:rPr>
              <a:t>/</a:t>
            </a:r>
            <a:r>
              <a:rPr lang="pt-BR" sz="1800" dirty="0" err="1">
                <a:effectLst/>
                <a:latin typeface="Times New Roman" panose="02020603050405020304" pitchFamily="18" charset="0"/>
                <a:ea typeface="Times New Roman" panose="02020603050405020304" pitchFamily="18" charset="0"/>
              </a:rPr>
              <a:t>machine-learning</a:t>
            </a:r>
            <a:r>
              <a:rPr lang="pt-BR" sz="1800" dirty="0">
                <a:effectLst/>
                <a:latin typeface="Times New Roman" panose="02020603050405020304" pitchFamily="18" charset="0"/>
                <a:ea typeface="Times New Roman" panose="02020603050405020304" pitchFamily="18" charset="0"/>
              </a:rPr>
              <a:t>&gt;. Acesso em 24 de fevereiro de 2021.</a:t>
            </a:r>
          </a:p>
          <a:p>
            <a:pPr marL="0" lvl="0" indent="0" algn="just">
              <a:buNone/>
              <a:tabLst>
                <a:tab pos="228600" algn="l"/>
              </a:tabLst>
            </a:pPr>
            <a:r>
              <a:rPr lang="pt-BR" sz="1800" dirty="0">
                <a:effectLst/>
                <a:latin typeface="Times New Roman" panose="02020603050405020304" pitchFamily="18" charset="0"/>
                <a:ea typeface="Times New Roman" panose="02020603050405020304" pitchFamily="18" charset="0"/>
              </a:rPr>
              <a:t>INEE, Instituto Nacional de Eficiência Energética. </a:t>
            </a:r>
            <a:r>
              <a:rPr lang="pt-BR" sz="1800" b="1" dirty="0">
                <a:effectLst/>
                <a:latin typeface="Times New Roman" panose="02020603050405020304" pitchFamily="18" charset="0"/>
                <a:ea typeface="Times New Roman" panose="02020603050405020304" pitchFamily="18" charset="0"/>
              </a:rPr>
              <a:t>O que é Eficiência Energética</a:t>
            </a:r>
            <a:r>
              <a:rPr lang="pt-BR" sz="1800" dirty="0">
                <a:effectLst/>
                <a:latin typeface="Times New Roman" panose="02020603050405020304" pitchFamily="18" charset="0"/>
                <a:ea typeface="Times New Roman" panose="02020603050405020304" pitchFamily="18" charset="0"/>
              </a:rPr>
              <a:t>. Disponível em: &lt;http://www.inee.org.br/</a:t>
            </a:r>
            <a:r>
              <a:rPr lang="pt-BR" sz="1800" dirty="0" err="1">
                <a:effectLst/>
                <a:latin typeface="Times New Roman" panose="02020603050405020304" pitchFamily="18" charset="0"/>
                <a:ea typeface="Times New Roman" panose="02020603050405020304" pitchFamily="18" charset="0"/>
              </a:rPr>
              <a:t>eficiencia_o_que_eh.asp?Cat</a:t>
            </a:r>
            <a:r>
              <a:rPr lang="pt-BR" sz="1800" dirty="0">
                <a:effectLst/>
                <a:latin typeface="Times New Roman" panose="02020603050405020304" pitchFamily="18" charset="0"/>
                <a:ea typeface="Times New Roman" panose="02020603050405020304" pitchFamily="18" charset="0"/>
              </a:rPr>
              <a:t>=</a:t>
            </a:r>
            <a:r>
              <a:rPr lang="pt-BR" sz="1800" dirty="0" err="1">
                <a:effectLst/>
                <a:latin typeface="Times New Roman" panose="02020603050405020304" pitchFamily="18" charset="0"/>
                <a:ea typeface="Times New Roman" panose="02020603050405020304" pitchFamily="18" charset="0"/>
              </a:rPr>
              <a:t>eficiencia</a:t>
            </a:r>
            <a:r>
              <a:rPr lang="pt-BR" sz="1800" dirty="0">
                <a:effectLst/>
                <a:latin typeface="Times New Roman" panose="02020603050405020304" pitchFamily="18" charset="0"/>
                <a:ea typeface="Times New Roman" panose="02020603050405020304" pitchFamily="18" charset="0"/>
              </a:rPr>
              <a:t>&gt;. Acesso em 03 de novembro de 2020.</a:t>
            </a:r>
          </a:p>
        </p:txBody>
      </p:sp>
      <p:sp>
        <p:nvSpPr>
          <p:cNvPr id="6" name="Espaço Reservado para Número de Slide 5">
            <a:extLst>
              <a:ext uri="{FF2B5EF4-FFF2-40B4-BE49-F238E27FC236}">
                <a16:creationId xmlns:a16="http://schemas.microsoft.com/office/drawing/2014/main" id="{A5545136-9C6F-49EA-A1A8-596EA8B2F23E}"/>
              </a:ext>
            </a:extLst>
          </p:cNvPr>
          <p:cNvSpPr>
            <a:spLocks noGrp="1"/>
          </p:cNvSpPr>
          <p:nvPr>
            <p:ph type="sldNum" sz="quarter" idx="12"/>
          </p:nvPr>
        </p:nvSpPr>
        <p:spPr/>
        <p:txBody>
          <a:bodyPr/>
          <a:lstStyle/>
          <a:p>
            <a:pPr rtl="0"/>
            <a:fld id="{3A98EE3D-8CD1-4C3F-BD1C-C98C9596463C}" type="slidenum">
              <a:rPr lang="en-US" smtClean="0"/>
              <a:t>29</a:t>
            </a:fld>
            <a:r>
              <a:rPr lang="en-US" dirty="0"/>
              <a:t> / 29</a:t>
            </a:r>
          </a:p>
        </p:txBody>
      </p:sp>
      <p:pic>
        <p:nvPicPr>
          <p:cNvPr id="7" name="Picture 2">
            <a:extLst>
              <a:ext uri="{FF2B5EF4-FFF2-40B4-BE49-F238E27FC236}">
                <a16:creationId xmlns:a16="http://schemas.microsoft.com/office/drawing/2014/main" id="{6170CD65-EDA2-4BDE-83D3-9C048772A7D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970506" y="1003873"/>
            <a:ext cx="887003" cy="887003"/>
          </a:xfrm>
          <a:prstGeom prst="rect">
            <a:avLst/>
          </a:prstGeom>
          <a:noFill/>
          <a:extLst>
            <a:ext uri="{909E8E84-426E-40DD-AFC4-6F175D3DCCD1}">
              <a14:hiddenFill xmlns:a14="http://schemas.microsoft.com/office/drawing/2010/main">
                <a:solidFill>
                  <a:srgbClr val="FFFFFF"/>
                </a:solidFill>
              </a14:hiddenFill>
            </a:ext>
          </a:extLst>
        </p:spPr>
      </p:pic>
      <p:sp>
        <p:nvSpPr>
          <p:cNvPr id="8" name="Espaço Reservado para Conteúdo 2">
            <a:extLst>
              <a:ext uri="{FF2B5EF4-FFF2-40B4-BE49-F238E27FC236}">
                <a16:creationId xmlns:a16="http://schemas.microsoft.com/office/drawing/2014/main" id="{4ABAD504-42A8-42F3-BF04-3018F4FF1012}"/>
              </a:ext>
            </a:extLst>
          </p:cNvPr>
          <p:cNvSpPr txBox="1">
            <a:spLocks/>
          </p:cNvSpPr>
          <p:nvPr/>
        </p:nvSpPr>
        <p:spPr>
          <a:xfrm>
            <a:off x="6096000" y="1890876"/>
            <a:ext cx="5514808" cy="4533038"/>
          </a:xfrm>
          <a:prstGeom prst="rect">
            <a:avLst/>
          </a:prstGeom>
        </p:spPr>
        <p:txBody>
          <a:bodyPr vert="horz" lIns="91440" tIns="45720" rIns="91440" bIns="45720" rtlCol="0" anchor="ctr">
            <a:normAutofit fontScale="55000" lnSpcReduction="20000"/>
          </a:bodyPr>
          <a:lstStyle>
            <a:lvl1pPr marL="306000" indent="-306000" algn="l" defTabSz="457200" rtl="0" eaLnBrk="1" latinLnBrk="0" hangingPunct="1">
              <a:lnSpc>
                <a:spcPct val="110000"/>
              </a:lnSpc>
              <a:spcBef>
                <a:spcPct val="20000"/>
              </a:spcBef>
              <a:spcAft>
                <a:spcPts val="600"/>
              </a:spcAft>
              <a:buClr>
                <a:schemeClr val="accent1"/>
              </a:buClr>
              <a:buSzPct val="92000"/>
              <a:buFont typeface="Wingdings 2" panose="05020102010507070707" pitchFamily="18" charset="2"/>
              <a:buChar char=""/>
              <a:defRPr sz="1700" kern="1200">
                <a:solidFill>
                  <a:schemeClr val="tx1">
                    <a:lumMod val="75000"/>
                    <a:lumOff val="25000"/>
                  </a:schemeClr>
                </a:solidFill>
                <a:latin typeface="+mn-lt"/>
                <a:ea typeface="+mn-ea"/>
                <a:cs typeface="+mn-cs"/>
              </a:defRPr>
            </a:lvl1pPr>
            <a:lvl2pPr marL="630000" indent="-306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400" kern="1200">
                <a:solidFill>
                  <a:schemeClr val="tx1">
                    <a:lumMod val="75000"/>
                    <a:lumOff val="25000"/>
                  </a:schemeClr>
                </a:solidFill>
                <a:latin typeface="+mn-lt"/>
                <a:ea typeface="+mn-ea"/>
                <a:cs typeface="+mn-cs"/>
              </a:defRPr>
            </a:lvl2pPr>
            <a:lvl3pPr marL="900000" indent="-270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300" kern="1200">
                <a:solidFill>
                  <a:schemeClr val="tx1">
                    <a:lumMod val="75000"/>
                    <a:lumOff val="25000"/>
                  </a:schemeClr>
                </a:solidFill>
                <a:latin typeface="+mn-lt"/>
                <a:ea typeface="+mn-ea"/>
                <a:cs typeface="+mn-cs"/>
              </a:defRPr>
            </a:lvl3pPr>
            <a:lvl4pPr marL="124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4pPr>
            <a:lvl5pPr marL="160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just">
              <a:buNone/>
              <a:tabLst>
                <a:tab pos="228600" algn="l"/>
              </a:tabLst>
            </a:pPr>
            <a:r>
              <a:rPr lang="en-US" sz="1600" dirty="0">
                <a:effectLst/>
                <a:latin typeface="Times New Roman" panose="02020603050405020304" pitchFamily="18" charset="0"/>
                <a:ea typeface="Times New Roman" panose="02020603050405020304" pitchFamily="18" charset="0"/>
              </a:rPr>
              <a:t>KALEKO, D. </a:t>
            </a:r>
            <a:r>
              <a:rPr lang="en-US" sz="1600" b="1" dirty="0">
                <a:effectLst/>
                <a:latin typeface="Times New Roman" panose="02020603050405020304" pitchFamily="18" charset="0"/>
                <a:ea typeface="Times New Roman" panose="02020603050405020304" pitchFamily="18" charset="0"/>
              </a:rPr>
              <a:t>Feature Engineering - Handling Cyclical Features</a:t>
            </a:r>
            <a:r>
              <a:rPr lang="en-US" sz="1600" dirty="0">
                <a:effectLst/>
                <a:latin typeface="Times New Roman" panose="02020603050405020304" pitchFamily="18" charset="0"/>
                <a:ea typeface="Times New Roman" panose="02020603050405020304" pitchFamily="18" charset="0"/>
              </a:rPr>
              <a:t>. </a:t>
            </a:r>
            <a:r>
              <a:rPr lang="pt-BR" sz="1600" dirty="0">
                <a:effectLst/>
                <a:latin typeface="Times New Roman" panose="02020603050405020304" pitchFamily="18" charset="0"/>
                <a:ea typeface="Times New Roman" panose="02020603050405020304" pitchFamily="18" charset="0"/>
              </a:rPr>
              <a:t>Disponível em: &lt;http://blog.davidkaleko.com/feature-engineering-cyclical-features.html&gt;. Acesso em 13 de junho de 2021.</a:t>
            </a:r>
          </a:p>
          <a:p>
            <a:pPr marL="0" lvl="0" indent="0" algn="just">
              <a:buNone/>
              <a:tabLst>
                <a:tab pos="228600" algn="l"/>
              </a:tabLst>
            </a:pPr>
            <a:r>
              <a:rPr lang="pt-BR" sz="1600" dirty="0">
                <a:effectLst/>
                <a:latin typeface="Times New Roman" panose="02020603050405020304" pitchFamily="18" charset="0"/>
                <a:ea typeface="Times New Roman" panose="02020603050405020304" pitchFamily="18" charset="0"/>
              </a:rPr>
              <a:t>MCKINNEY, W. </a:t>
            </a:r>
            <a:r>
              <a:rPr lang="pt-BR" sz="1600" b="1" dirty="0">
                <a:effectLst/>
                <a:latin typeface="Times New Roman" panose="02020603050405020304" pitchFamily="18" charset="0"/>
                <a:ea typeface="Times New Roman" panose="02020603050405020304" pitchFamily="18" charset="0"/>
              </a:rPr>
              <a:t>Python Para Análise de Dados</a:t>
            </a:r>
            <a:r>
              <a:rPr lang="pt-BR" sz="1600" dirty="0">
                <a:effectLst/>
                <a:latin typeface="Times New Roman" panose="02020603050405020304" pitchFamily="18" charset="0"/>
                <a:ea typeface="Times New Roman" panose="02020603050405020304" pitchFamily="18" charset="0"/>
              </a:rPr>
              <a:t>. Tratamento de dados com Pandas, </a:t>
            </a:r>
            <a:r>
              <a:rPr lang="pt-BR" sz="1600" dirty="0" err="1">
                <a:effectLst/>
                <a:latin typeface="Times New Roman" panose="02020603050405020304" pitchFamily="18" charset="0"/>
                <a:ea typeface="Times New Roman" panose="02020603050405020304" pitchFamily="18" charset="0"/>
              </a:rPr>
              <a:t>Numpy</a:t>
            </a:r>
            <a:r>
              <a:rPr lang="pt-BR" sz="1600" dirty="0">
                <a:effectLst/>
                <a:latin typeface="Times New Roman" panose="02020603050405020304" pitchFamily="18" charset="0"/>
                <a:ea typeface="Times New Roman" panose="02020603050405020304" pitchFamily="18" charset="0"/>
              </a:rPr>
              <a:t> e </a:t>
            </a:r>
            <a:r>
              <a:rPr lang="pt-BR" sz="1600" dirty="0" err="1">
                <a:effectLst/>
                <a:latin typeface="Times New Roman" panose="02020603050405020304" pitchFamily="18" charset="0"/>
                <a:ea typeface="Times New Roman" panose="02020603050405020304" pitchFamily="18" charset="0"/>
              </a:rPr>
              <a:t>iPython</a:t>
            </a:r>
            <a:r>
              <a:rPr lang="pt-BR" sz="1600" dirty="0">
                <a:effectLst/>
                <a:latin typeface="Times New Roman" panose="02020603050405020304" pitchFamily="18" charset="0"/>
                <a:ea typeface="Times New Roman" panose="02020603050405020304" pitchFamily="18" charset="0"/>
              </a:rPr>
              <a:t>. Primeira Edição, 2019. São Paulo: </a:t>
            </a:r>
            <a:r>
              <a:rPr lang="pt-BR" sz="1600" dirty="0" err="1">
                <a:effectLst/>
                <a:latin typeface="Times New Roman" panose="02020603050405020304" pitchFamily="18" charset="0"/>
                <a:ea typeface="Times New Roman" panose="02020603050405020304" pitchFamily="18" charset="0"/>
              </a:rPr>
              <a:t>Novatec</a:t>
            </a:r>
            <a:r>
              <a:rPr lang="pt-BR" sz="1600" dirty="0">
                <a:effectLst/>
                <a:latin typeface="Times New Roman" panose="02020603050405020304" pitchFamily="18" charset="0"/>
                <a:ea typeface="Times New Roman" panose="02020603050405020304" pitchFamily="18" charset="0"/>
              </a:rPr>
              <a:t> Editora.</a:t>
            </a:r>
          </a:p>
          <a:p>
            <a:pPr marL="0" lvl="0" indent="0" algn="just">
              <a:buNone/>
              <a:tabLst>
                <a:tab pos="228600" algn="l"/>
              </a:tabLst>
            </a:pPr>
            <a:r>
              <a:rPr lang="en-US" sz="1600" dirty="0">
                <a:effectLst/>
                <a:latin typeface="Times New Roman" panose="02020603050405020304" pitchFamily="18" charset="0"/>
                <a:ea typeface="Times New Roman" panose="02020603050405020304" pitchFamily="18" charset="0"/>
              </a:rPr>
              <a:t>MÖBIUS. </a:t>
            </a:r>
            <a:r>
              <a:rPr lang="en-US" sz="1600" b="1" dirty="0">
                <a:effectLst/>
                <a:latin typeface="Times New Roman" panose="02020603050405020304" pitchFamily="18" charset="0"/>
                <a:ea typeface="Times New Roman" panose="02020603050405020304" pitchFamily="18" charset="0"/>
              </a:rPr>
              <a:t>Building Sites Power Consumption</a:t>
            </a:r>
            <a:r>
              <a:rPr lang="en-US" sz="1600" dirty="0">
                <a:effectLst/>
                <a:latin typeface="Times New Roman" panose="02020603050405020304" pitchFamily="18" charset="0"/>
                <a:ea typeface="Times New Roman" panose="02020603050405020304" pitchFamily="18" charset="0"/>
              </a:rPr>
              <a:t>. Forecast energy consumption in different time steps and granularities. </a:t>
            </a:r>
            <a:r>
              <a:rPr lang="pt-BR" sz="1600" dirty="0">
                <a:effectLst/>
                <a:latin typeface="Times New Roman" panose="02020603050405020304" pitchFamily="18" charset="0"/>
                <a:ea typeface="Times New Roman" panose="02020603050405020304" pitchFamily="18" charset="0"/>
              </a:rPr>
              <a:t>Disponível em: &lt; https://www.kaggle.com/</a:t>
            </a:r>
            <a:r>
              <a:rPr lang="pt-BR" sz="1600" dirty="0" err="1">
                <a:effectLst/>
                <a:latin typeface="Times New Roman" panose="02020603050405020304" pitchFamily="18" charset="0"/>
                <a:ea typeface="Times New Roman" panose="02020603050405020304" pitchFamily="18" charset="0"/>
              </a:rPr>
              <a:t>arashnic</a:t>
            </a:r>
            <a:r>
              <a:rPr lang="pt-BR" sz="1600" dirty="0">
                <a:effectLst/>
                <a:latin typeface="Times New Roman" panose="02020603050405020304" pitchFamily="18" charset="0"/>
                <a:ea typeface="Times New Roman" panose="02020603050405020304" pitchFamily="18" charset="0"/>
              </a:rPr>
              <a:t>/</a:t>
            </a:r>
            <a:r>
              <a:rPr lang="pt-BR" sz="1600" dirty="0" err="1">
                <a:effectLst/>
                <a:latin typeface="Times New Roman" panose="02020603050405020304" pitchFamily="18" charset="0"/>
                <a:ea typeface="Times New Roman" panose="02020603050405020304" pitchFamily="18" charset="0"/>
              </a:rPr>
              <a:t>building</a:t>
            </a:r>
            <a:r>
              <a:rPr lang="pt-BR" sz="1600" dirty="0">
                <a:effectLst/>
                <a:latin typeface="Times New Roman" panose="02020603050405020304" pitchFamily="18" charset="0"/>
                <a:ea typeface="Times New Roman" panose="02020603050405020304" pitchFamily="18" charset="0"/>
              </a:rPr>
              <a:t>-sites-</a:t>
            </a:r>
            <a:r>
              <a:rPr lang="pt-BR" sz="1600" dirty="0" err="1">
                <a:effectLst/>
                <a:latin typeface="Times New Roman" panose="02020603050405020304" pitchFamily="18" charset="0"/>
                <a:ea typeface="Times New Roman" panose="02020603050405020304" pitchFamily="18" charset="0"/>
              </a:rPr>
              <a:t>power</a:t>
            </a:r>
            <a:r>
              <a:rPr lang="pt-BR" sz="1600" dirty="0">
                <a:effectLst/>
                <a:latin typeface="Times New Roman" panose="02020603050405020304" pitchFamily="18" charset="0"/>
                <a:ea typeface="Times New Roman" panose="02020603050405020304" pitchFamily="18" charset="0"/>
              </a:rPr>
              <a:t>-</a:t>
            </a:r>
            <a:r>
              <a:rPr lang="pt-BR" sz="1600" dirty="0" err="1">
                <a:effectLst/>
                <a:latin typeface="Times New Roman" panose="02020603050405020304" pitchFamily="18" charset="0"/>
                <a:ea typeface="Times New Roman" panose="02020603050405020304" pitchFamily="18" charset="0"/>
              </a:rPr>
              <a:t>consumption-dataset</a:t>
            </a:r>
            <a:r>
              <a:rPr lang="pt-BR" sz="1600" dirty="0">
                <a:effectLst/>
                <a:latin typeface="Times New Roman" panose="02020603050405020304" pitchFamily="18" charset="0"/>
                <a:ea typeface="Times New Roman" panose="02020603050405020304" pitchFamily="18" charset="0"/>
              </a:rPr>
              <a:t>&gt;. Acesso em 12 junho 2021.</a:t>
            </a:r>
          </a:p>
          <a:p>
            <a:pPr marL="0" lvl="0" indent="0" algn="just">
              <a:buNone/>
              <a:tabLst>
                <a:tab pos="228600" algn="l"/>
              </a:tabLst>
            </a:pPr>
            <a:r>
              <a:rPr lang="en-US" sz="1600" dirty="0">
                <a:effectLst/>
                <a:latin typeface="Times New Roman" panose="02020603050405020304" pitchFamily="18" charset="0"/>
                <a:ea typeface="Times New Roman" panose="02020603050405020304" pitchFamily="18" charset="0"/>
              </a:rPr>
              <a:t>MUSA, Sam. </a:t>
            </a:r>
            <a:r>
              <a:rPr lang="en-US" sz="1600" b="1" dirty="0">
                <a:effectLst/>
                <a:latin typeface="Times New Roman" panose="02020603050405020304" pitchFamily="18" charset="0"/>
                <a:ea typeface="Times New Roman" panose="02020603050405020304" pitchFamily="18" charset="0"/>
              </a:rPr>
              <a:t>Smart City Roadmap</a:t>
            </a:r>
            <a:r>
              <a:rPr lang="en-US" sz="1600" dirty="0">
                <a:effectLst/>
                <a:latin typeface="Times New Roman" panose="02020603050405020304" pitchFamily="18" charset="0"/>
                <a:ea typeface="Times New Roman" panose="02020603050405020304" pitchFamily="18" charset="0"/>
              </a:rPr>
              <a:t>. </a:t>
            </a:r>
            <a:r>
              <a:rPr lang="pt-BR" sz="1600" dirty="0">
                <a:effectLst/>
                <a:latin typeface="Times New Roman" panose="02020603050405020304" pitchFamily="18" charset="0"/>
                <a:ea typeface="Times New Roman" panose="02020603050405020304" pitchFamily="18" charset="0"/>
              </a:rPr>
              <a:t>Academia. Disponível em: &lt;https://www.academia.edu/21181336/</a:t>
            </a:r>
            <a:r>
              <a:rPr lang="pt-BR" sz="1600" dirty="0" err="1">
                <a:effectLst/>
                <a:latin typeface="Times New Roman" panose="02020603050405020304" pitchFamily="18" charset="0"/>
                <a:ea typeface="Times New Roman" panose="02020603050405020304" pitchFamily="18" charset="0"/>
              </a:rPr>
              <a:t>Smart_City_Roadmap</a:t>
            </a:r>
            <a:r>
              <a:rPr lang="pt-BR" sz="1600" dirty="0">
                <a:effectLst/>
                <a:latin typeface="Times New Roman" panose="02020603050405020304" pitchFamily="18" charset="0"/>
                <a:ea typeface="Times New Roman" panose="02020603050405020304" pitchFamily="18" charset="0"/>
              </a:rPr>
              <a:t>&gt;. Acesso em 25 de maio de 2021.</a:t>
            </a:r>
          </a:p>
          <a:p>
            <a:pPr marL="0" lvl="0" indent="0" algn="just">
              <a:buNone/>
              <a:tabLst>
                <a:tab pos="228600" algn="l"/>
              </a:tabLst>
            </a:pPr>
            <a:r>
              <a:rPr lang="en-US" sz="1600" dirty="0">
                <a:effectLst/>
                <a:latin typeface="Times New Roman" panose="02020603050405020304" pitchFamily="18" charset="0"/>
                <a:ea typeface="Times New Roman" panose="02020603050405020304" pitchFamily="18" charset="0"/>
              </a:rPr>
              <a:t>PEDREGOSA </a:t>
            </a:r>
            <a:r>
              <a:rPr lang="en-US" sz="1600" i="1" dirty="0">
                <a:effectLst/>
                <a:latin typeface="Times New Roman" panose="02020603050405020304" pitchFamily="18" charset="0"/>
                <a:ea typeface="Times New Roman" panose="02020603050405020304" pitchFamily="18" charset="0"/>
              </a:rPr>
              <a:t>et al</a:t>
            </a:r>
            <a:r>
              <a:rPr lang="en-US" sz="1600" b="1" dirty="0">
                <a:effectLst/>
                <a:latin typeface="Times New Roman" panose="02020603050405020304" pitchFamily="18" charset="0"/>
                <a:ea typeface="Times New Roman" panose="02020603050405020304" pitchFamily="18" charset="0"/>
              </a:rPr>
              <a:t>., Scikit-learn: Machine Learning in Python</a:t>
            </a:r>
            <a:r>
              <a:rPr lang="en-US" sz="1600" dirty="0">
                <a:effectLst/>
                <a:latin typeface="Times New Roman" panose="02020603050405020304" pitchFamily="18" charset="0"/>
                <a:ea typeface="Times New Roman" panose="02020603050405020304" pitchFamily="18" charset="0"/>
              </a:rPr>
              <a:t>, JMLR 12, pp. 2825-2830, 2011.</a:t>
            </a:r>
            <a:endParaRPr lang="pt-BR" sz="1600" dirty="0">
              <a:effectLst/>
              <a:latin typeface="Times New Roman" panose="02020603050405020304" pitchFamily="18" charset="0"/>
              <a:ea typeface="Times New Roman" panose="02020603050405020304" pitchFamily="18" charset="0"/>
            </a:endParaRPr>
          </a:p>
          <a:p>
            <a:pPr marL="0" lvl="0" indent="0" algn="just">
              <a:buNone/>
              <a:tabLst>
                <a:tab pos="228600" algn="l"/>
              </a:tabLst>
            </a:pPr>
            <a:r>
              <a:rPr lang="pt-BR" sz="1600" dirty="0">
                <a:effectLst/>
                <a:latin typeface="Times New Roman" panose="02020603050405020304" pitchFamily="18" charset="0"/>
                <a:ea typeface="Times New Roman" panose="02020603050405020304" pitchFamily="18" charset="0"/>
              </a:rPr>
              <a:t>PROCEL, Programa Nacional de Conservação de Energia Elétrica. </a:t>
            </a:r>
            <a:r>
              <a:rPr lang="pt-BR" sz="1600" b="1" dirty="0">
                <a:effectLst/>
                <a:latin typeface="Times New Roman" panose="02020603050405020304" pitchFamily="18" charset="0"/>
                <a:ea typeface="Times New Roman" panose="02020603050405020304" pitchFamily="18" charset="0"/>
              </a:rPr>
              <a:t>Edificações</a:t>
            </a:r>
            <a:r>
              <a:rPr lang="pt-BR" sz="1600" dirty="0">
                <a:effectLst/>
                <a:latin typeface="Times New Roman" panose="02020603050405020304" pitchFamily="18" charset="0"/>
                <a:ea typeface="Times New Roman" panose="02020603050405020304" pitchFamily="18" charset="0"/>
              </a:rPr>
              <a:t>. Disponível em: &lt;http://www.procelinfo.com.br/</a:t>
            </a:r>
            <a:r>
              <a:rPr lang="pt-BR" sz="1600" dirty="0" err="1">
                <a:effectLst/>
                <a:latin typeface="Times New Roman" panose="02020603050405020304" pitchFamily="18" charset="0"/>
                <a:ea typeface="Times New Roman" panose="02020603050405020304" pitchFamily="18" charset="0"/>
              </a:rPr>
              <a:t>main.asp?TeamID</a:t>
            </a:r>
            <a:r>
              <a:rPr lang="pt-BR" sz="1600" dirty="0">
                <a:effectLst/>
                <a:latin typeface="Times New Roman" panose="02020603050405020304" pitchFamily="18" charset="0"/>
                <a:ea typeface="Times New Roman" panose="02020603050405020304" pitchFamily="18" charset="0"/>
              </a:rPr>
              <a:t>=%7B82BBD82C-FB89-48CA-98A9-620D5F9DBD04%7D#:~:</a:t>
            </a:r>
            <a:r>
              <a:rPr lang="pt-BR" sz="1600" dirty="0" err="1">
                <a:effectLst/>
                <a:latin typeface="Times New Roman" panose="02020603050405020304" pitchFamily="18" charset="0"/>
                <a:ea typeface="Times New Roman" panose="02020603050405020304" pitchFamily="18" charset="0"/>
              </a:rPr>
              <a:t>text</a:t>
            </a:r>
            <a:r>
              <a:rPr lang="pt-BR" sz="1600" dirty="0">
                <a:effectLst/>
                <a:latin typeface="Times New Roman" panose="02020603050405020304" pitchFamily="18" charset="0"/>
                <a:ea typeface="Times New Roman" panose="02020603050405020304" pitchFamily="18" charset="0"/>
              </a:rPr>
              <a:t>=O%20Procel%20promove%20a%20avalia%C3%A7%C3%A3o,edifica%C3%A7%C3%B5es%2C%20a%20Etiqueta%20PBE%20Edifica&gt;. Acesso em 15 de outubro de 2020.</a:t>
            </a:r>
          </a:p>
          <a:p>
            <a:pPr marL="0" lvl="0" indent="0" algn="just">
              <a:buNone/>
              <a:tabLst>
                <a:tab pos="228600" algn="l"/>
              </a:tabLst>
            </a:pPr>
            <a:r>
              <a:rPr lang="pt-BR" sz="1600" dirty="0">
                <a:effectLst/>
                <a:latin typeface="Times New Roman" panose="02020603050405020304" pitchFamily="18" charset="0"/>
                <a:ea typeface="Times New Roman" panose="02020603050405020304" pitchFamily="18" charset="0"/>
              </a:rPr>
              <a:t>SILVA, I.  N., SPATTI, DANIELO H., FLAUZINO, ROGERIO A., LIBONI, LUISA H. B., ALVES, SILAS F. R. </a:t>
            </a:r>
            <a:r>
              <a:rPr lang="pt-BR" sz="1600" b="1" dirty="0">
                <a:effectLst/>
                <a:latin typeface="Times New Roman" panose="02020603050405020304" pitchFamily="18" charset="0"/>
                <a:ea typeface="Times New Roman" panose="02020603050405020304" pitchFamily="18" charset="0"/>
              </a:rPr>
              <a:t>Artificial Neural Networks. </a:t>
            </a:r>
            <a:r>
              <a:rPr lang="pt-BR" sz="1600" dirty="0">
                <a:effectLst/>
                <a:latin typeface="Times New Roman" panose="02020603050405020304" pitchFamily="18" charset="0"/>
                <a:ea typeface="Times New Roman" panose="02020603050405020304" pitchFamily="18" charset="0"/>
              </a:rPr>
              <a:t>A </a:t>
            </a:r>
            <a:r>
              <a:rPr lang="pt-BR" sz="1600" dirty="0" err="1">
                <a:effectLst/>
                <a:latin typeface="Times New Roman" panose="02020603050405020304" pitchFamily="18" charset="0"/>
                <a:ea typeface="Times New Roman" panose="02020603050405020304" pitchFamily="18" charset="0"/>
              </a:rPr>
              <a:t>Practical</a:t>
            </a:r>
            <a:r>
              <a:rPr lang="pt-BR" sz="1600" dirty="0">
                <a:effectLst/>
                <a:latin typeface="Times New Roman" panose="02020603050405020304" pitchFamily="18" charset="0"/>
                <a:ea typeface="Times New Roman" panose="02020603050405020304" pitchFamily="18" charset="0"/>
              </a:rPr>
              <a:t> </a:t>
            </a:r>
            <a:r>
              <a:rPr lang="pt-BR" sz="1600" dirty="0" err="1">
                <a:effectLst/>
                <a:latin typeface="Times New Roman" panose="02020603050405020304" pitchFamily="18" charset="0"/>
                <a:ea typeface="Times New Roman" panose="02020603050405020304" pitchFamily="18" charset="0"/>
              </a:rPr>
              <a:t>Course</a:t>
            </a:r>
            <a:r>
              <a:rPr lang="pt-BR" sz="1600" dirty="0">
                <a:effectLst/>
                <a:latin typeface="Times New Roman" panose="02020603050405020304" pitchFamily="18" charset="0"/>
                <a:ea typeface="Times New Roman" panose="02020603050405020304" pitchFamily="18" charset="0"/>
              </a:rPr>
              <a:t>. Primeira Edição, 2017. </a:t>
            </a:r>
            <a:r>
              <a:rPr lang="pt-BR" sz="1600" dirty="0">
                <a:effectLst/>
                <a:latin typeface="GkbvlxCrjfpxDmblnbRwgwvjKhlprnC"/>
                <a:ea typeface="Times New Roman" panose="02020603050405020304" pitchFamily="18" charset="0"/>
                <a:cs typeface="GkbvlxCrjfpxDmblnbRwgwvjKhlprnC"/>
              </a:rPr>
              <a:t>São Carlos:</a:t>
            </a:r>
            <a:r>
              <a:rPr lang="pt-BR" sz="1600" b="1" dirty="0">
                <a:effectLst/>
                <a:latin typeface="Times New Roman" panose="02020603050405020304" pitchFamily="18" charset="0"/>
                <a:ea typeface="Times New Roman" panose="02020603050405020304" pitchFamily="18" charset="0"/>
              </a:rPr>
              <a:t> </a:t>
            </a:r>
            <a:r>
              <a:rPr lang="pt-BR" sz="1600" dirty="0">
                <a:effectLst/>
                <a:latin typeface="GkbvlxCrjfpxDmblnbRwgwvjKhlprnC"/>
                <a:ea typeface="Times New Roman" panose="02020603050405020304" pitchFamily="18" charset="0"/>
                <a:cs typeface="GkbvlxCrjfpxDmblnbRwgwvjKhlprnC"/>
              </a:rPr>
              <a:t>Springer. </a:t>
            </a:r>
            <a:endParaRPr lang="pt-BR" sz="1600" dirty="0">
              <a:effectLst/>
              <a:latin typeface="Times New Roman" panose="02020603050405020304" pitchFamily="18" charset="0"/>
              <a:ea typeface="Times New Roman" panose="02020603050405020304" pitchFamily="18" charset="0"/>
            </a:endParaRPr>
          </a:p>
          <a:p>
            <a:pPr marL="0" lvl="0" indent="0" algn="just">
              <a:buNone/>
              <a:tabLst>
                <a:tab pos="228600" algn="l"/>
              </a:tabLst>
            </a:pPr>
            <a:r>
              <a:rPr lang="en-US" sz="1600" dirty="0">
                <a:effectLst/>
                <a:latin typeface="Times New Roman" panose="02020603050405020304" pitchFamily="18" charset="0"/>
                <a:ea typeface="Times New Roman" panose="02020603050405020304" pitchFamily="18" charset="0"/>
              </a:rPr>
              <a:t>TABRIZCHI, H., JAVIDI, M. M., &amp; AMIRZADEH, V. </a:t>
            </a:r>
            <a:r>
              <a:rPr lang="en-US" sz="1600" b="1" dirty="0">
                <a:effectLst/>
                <a:latin typeface="Times New Roman" panose="02020603050405020304" pitchFamily="18" charset="0"/>
                <a:ea typeface="Times New Roman" panose="02020603050405020304" pitchFamily="18" charset="0"/>
              </a:rPr>
              <a:t>Estimates of residential building energy consumption using</a:t>
            </a:r>
            <a:r>
              <a:rPr lang="en-US" sz="1600" dirty="0">
                <a:effectLst/>
                <a:latin typeface="Times New Roman" panose="02020603050405020304" pitchFamily="18" charset="0"/>
                <a:ea typeface="Times New Roman" panose="02020603050405020304" pitchFamily="18" charset="0"/>
              </a:rPr>
              <a:t>. </a:t>
            </a:r>
            <a:r>
              <a:rPr lang="pt-BR" sz="1600" dirty="0" err="1">
                <a:effectLst/>
                <a:latin typeface="Times New Roman" panose="02020603050405020304" pitchFamily="18" charset="0"/>
                <a:ea typeface="Times New Roman" panose="02020603050405020304" pitchFamily="18" charset="0"/>
              </a:rPr>
              <a:t>Evolving</a:t>
            </a:r>
            <a:r>
              <a:rPr lang="pt-BR" sz="1600" dirty="0">
                <a:effectLst/>
                <a:latin typeface="Times New Roman" panose="02020603050405020304" pitchFamily="18" charset="0"/>
                <a:ea typeface="Times New Roman" panose="02020603050405020304" pitchFamily="18" charset="0"/>
              </a:rPr>
              <a:t> Systems, 2019.</a:t>
            </a:r>
          </a:p>
          <a:p>
            <a:pPr marL="0" lvl="0" indent="0" algn="just">
              <a:buNone/>
              <a:tabLst>
                <a:tab pos="228600" algn="l"/>
              </a:tabLst>
            </a:pPr>
            <a:r>
              <a:rPr lang="en-US" sz="1600" dirty="0">
                <a:effectLst/>
                <a:latin typeface="Times New Roman" panose="02020603050405020304" pitchFamily="18" charset="0"/>
                <a:ea typeface="Times New Roman" panose="02020603050405020304" pitchFamily="18" charset="0"/>
              </a:rPr>
              <a:t>WEI, Y. </a:t>
            </a:r>
            <a:r>
              <a:rPr lang="en-US" sz="1600" i="1" dirty="0">
                <a:effectLst/>
                <a:latin typeface="Times New Roman" panose="02020603050405020304" pitchFamily="18" charset="0"/>
                <a:ea typeface="Times New Roman" panose="02020603050405020304" pitchFamily="18" charset="0"/>
              </a:rPr>
              <a:t>et al</a:t>
            </a:r>
            <a:r>
              <a:rPr lang="en-US" sz="1600" dirty="0">
                <a:effectLst/>
                <a:latin typeface="Times New Roman" panose="02020603050405020304" pitchFamily="18" charset="0"/>
                <a:ea typeface="Times New Roman" panose="02020603050405020304" pitchFamily="18" charset="0"/>
              </a:rPr>
              <a:t>. </a:t>
            </a:r>
            <a:r>
              <a:rPr lang="en-US" sz="1600" b="1" dirty="0">
                <a:effectLst/>
                <a:latin typeface="Times New Roman" panose="02020603050405020304" pitchFamily="18" charset="0"/>
                <a:ea typeface="Times New Roman" panose="02020603050405020304" pitchFamily="18" charset="0"/>
              </a:rPr>
              <a:t>A review of data-driven approaches for prediction and classification</a:t>
            </a:r>
            <a:r>
              <a:rPr lang="en-US" sz="1600" dirty="0">
                <a:effectLst/>
                <a:latin typeface="Times New Roman" panose="02020603050405020304" pitchFamily="18" charset="0"/>
                <a:ea typeface="Times New Roman" panose="02020603050405020304" pitchFamily="18" charset="0"/>
              </a:rPr>
              <a:t> of. </a:t>
            </a:r>
            <a:r>
              <a:rPr lang="pt-BR" sz="1600" dirty="0" err="1">
                <a:effectLst/>
                <a:latin typeface="Times New Roman" panose="02020603050405020304" pitchFamily="18" charset="0"/>
                <a:ea typeface="Times New Roman" panose="02020603050405020304" pitchFamily="18" charset="0"/>
              </a:rPr>
              <a:t>Renewable</a:t>
            </a:r>
            <a:r>
              <a:rPr lang="pt-BR" sz="1600" dirty="0">
                <a:effectLst/>
                <a:latin typeface="Times New Roman" panose="02020603050405020304" pitchFamily="18" charset="0"/>
                <a:ea typeface="Times New Roman" panose="02020603050405020304" pitchFamily="18" charset="0"/>
              </a:rPr>
              <a:t> </a:t>
            </a:r>
            <a:r>
              <a:rPr lang="pt-BR" sz="1600" dirty="0" err="1">
                <a:effectLst/>
                <a:latin typeface="Times New Roman" panose="02020603050405020304" pitchFamily="18" charset="0"/>
                <a:ea typeface="Times New Roman" panose="02020603050405020304" pitchFamily="18" charset="0"/>
              </a:rPr>
              <a:t>and</a:t>
            </a:r>
            <a:r>
              <a:rPr lang="pt-BR" sz="1600" dirty="0">
                <a:effectLst/>
                <a:latin typeface="Times New Roman" panose="02020603050405020304" pitchFamily="18" charset="0"/>
                <a:ea typeface="Times New Roman" panose="02020603050405020304" pitchFamily="18" charset="0"/>
              </a:rPr>
              <a:t> </a:t>
            </a:r>
            <a:r>
              <a:rPr lang="pt-BR" sz="1600" dirty="0" err="1">
                <a:effectLst/>
                <a:latin typeface="Times New Roman" panose="02020603050405020304" pitchFamily="18" charset="0"/>
                <a:ea typeface="Times New Roman" panose="02020603050405020304" pitchFamily="18" charset="0"/>
              </a:rPr>
              <a:t>Sustainable</a:t>
            </a:r>
            <a:r>
              <a:rPr lang="pt-BR" sz="1600" dirty="0">
                <a:effectLst/>
                <a:latin typeface="Times New Roman" panose="02020603050405020304" pitchFamily="18" charset="0"/>
                <a:ea typeface="Times New Roman" panose="02020603050405020304" pitchFamily="18" charset="0"/>
              </a:rPr>
              <a:t> Energy Reviews, p. 1-21, 2017.</a:t>
            </a:r>
          </a:p>
          <a:p>
            <a:pPr marL="0" lvl="0" indent="0" algn="just">
              <a:buNone/>
              <a:tabLst>
                <a:tab pos="228600" algn="l"/>
              </a:tabLst>
            </a:pPr>
            <a:r>
              <a:rPr lang="en-US" sz="1600" dirty="0">
                <a:effectLst/>
                <a:latin typeface="Times New Roman" panose="02020603050405020304" pitchFamily="18" charset="0"/>
                <a:ea typeface="Times New Roman" panose="02020603050405020304" pitchFamily="18" charset="0"/>
              </a:rPr>
              <a:t>ZHAO, H., &amp; MAGOULÈS, F. </a:t>
            </a:r>
            <a:r>
              <a:rPr lang="en-US" sz="1600" b="1" dirty="0">
                <a:effectLst/>
                <a:latin typeface="Times New Roman" panose="02020603050405020304" pitchFamily="18" charset="0"/>
                <a:ea typeface="Times New Roman" panose="02020603050405020304" pitchFamily="18" charset="0"/>
              </a:rPr>
              <a:t>A review on the prediction of building energy consumption. </a:t>
            </a:r>
            <a:r>
              <a:rPr lang="pt-BR" sz="1600" dirty="0" err="1">
                <a:effectLst/>
                <a:latin typeface="Times New Roman" panose="02020603050405020304" pitchFamily="18" charset="0"/>
                <a:ea typeface="Times New Roman" panose="02020603050405020304" pitchFamily="18" charset="0"/>
              </a:rPr>
              <a:t>Renewable</a:t>
            </a:r>
            <a:r>
              <a:rPr lang="pt-BR" sz="1600" dirty="0">
                <a:effectLst/>
                <a:latin typeface="Times New Roman" panose="02020603050405020304" pitchFamily="18" charset="0"/>
                <a:ea typeface="Times New Roman" panose="02020603050405020304" pitchFamily="18" charset="0"/>
              </a:rPr>
              <a:t> </a:t>
            </a:r>
            <a:r>
              <a:rPr lang="pt-BR" sz="1600" dirty="0" err="1">
                <a:effectLst/>
                <a:latin typeface="Times New Roman" panose="02020603050405020304" pitchFamily="18" charset="0"/>
                <a:ea typeface="Times New Roman" panose="02020603050405020304" pitchFamily="18" charset="0"/>
              </a:rPr>
              <a:t>and</a:t>
            </a:r>
            <a:r>
              <a:rPr lang="pt-BR" sz="1600" dirty="0">
                <a:effectLst/>
                <a:latin typeface="Times New Roman" panose="02020603050405020304" pitchFamily="18" charset="0"/>
                <a:ea typeface="Times New Roman" panose="02020603050405020304" pitchFamily="18" charset="0"/>
              </a:rPr>
              <a:t> </a:t>
            </a:r>
            <a:r>
              <a:rPr lang="pt-BR" sz="1600" dirty="0" err="1">
                <a:effectLst/>
                <a:latin typeface="Times New Roman" panose="02020603050405020304" pitchFamily="18" charset="0"/>
                <a:ea typeface="Times New Roman" panose="02020603050405020304" pitchFamily="18" charset="0"/>
              </a:rPr>
              <a:t>Sustainable</a:t>
            </a:r>
            <a:r>
              <a:rPr lang="pt-BR" sz="1600" dirty="0">
                <a:effectLst/>
                <a:latin typeface="Times New Roman" panose="02020603050405020304" pitchFamily="18" charset="0"/>
                <a:ea typeface="Times New Roman" panose="02020603050405020304" pitchFamily="18" charset="0"/>
              </a:rPr>
              <a:t> Energy Reviews, pp. 1-7, 2012.</a:t>
            </a:r>
          </a:p>
          <a:p>
            <a:pPr marL="0" lvl="0" indent="0" algn="just">
              <a:buNone/>
              <a:tabLst>
                <a:tab pos="228600" algn="l"/>
              </a:tabLst>
            </a:pPr>
            <a:r>
              <a:rPr lang="pt-BR" sz="1600" dirty="0">
                <a:effectLst/>
                <a:latin typeface="Times New Roman" panose="02020603050405020304" pitchFamily="18" charset="0"/>
                <a:ea typeface="Times New Roman" panose="02020603050405020304" pitchFamily="18" charset="0"/>
              </a:rPr>
              <a:t>ZMEUREANU, J. </a:t>
            </a:r>
            <a:r>
              <a:rPr lang="pt-BR" sz="1600" dirty="0" err="1">
                <a:effectLst/>
                <a:latin typeface="Times New Roman" panose="02020603050405020304" pitchFamily="18" charset="0"/>
                <a:ea typeface="Times New Roman" panose="02020603050405020304" pitchFamily="18" charset="0"/>
              </a:rPr>
              <a:t>and</a:t>
            </a:r>
            <a:r>
              <a:rPr lang="pt-BR" sz="1600" dirty="0">
                <a:effectLst/>
                <a:latin typeface="Times New Roman" panose="02020603050405020304" pitchFamily="18" charset="0"/>
                <a:ea typeface="Times New Roman" panose="02020603050405020304" pitchFamily="18" charset="0"/>
              </a:rPr>
              <a:t> RUNGE R. </a:t>
            </a:r>
            <a:r>
              <a:rPr lang="pt-BR" sz="1600" b="1" dirty="0" err="1">
                <a:effectLst/>
                <a:latin typeface="Times New Roman" panose="02020603050405020304" pitchFamily="18" charset="0"/>
                <a:ea typeface="Times New Roman" panose="02020603050405020304" pitchFamily="18" charset="0"/>
              </a:rPr>
              <a:t>Forecasting</a:t>
            </a:r>
            <a:r>
              <a:rPr lang="pt-BR" sz="1600" b="1" dirty="0">
                <a:effectLst/>
                <a:latin typeface="Times New Roman" panose="02020603050405020304" pitchFamily="18" charset="0"/>
                <a:ea typeface="Times New Roman" panose="02020603050405020304" pitchFamily="18" charset="0"/>
              </a:rPr>
              <a:t> Energy Use in </a:t>
            </a:r>
            <a:r>
              <a:rPr lang="pt-BR" sz="1600" b="1" dirty="0" err="1">
                <a:effectLst/>
                <a:latin typeface="Times New Roman" panose="02020603050405020304" pitchFamily="18" charset="0"/>
                <a:ea typeface="Times New Roman" panose="02020603050405020304" pitchFamily="18" charset="0"/>
              </a:rPr>
              <a:t>Buildings</a:t>
            </a:r>
            <a:r>
              <a:rPr lang="pt-BR" sz="1600" b="1" dirty="0">
                <a:effectLst/>
                <a:latin typeface="Times New Roman" panose="02020603050405020304" pitchFamily="18" charset="0"/>
                <a:ea typeface="Times New Roman" panose="02020603050405020304" pitchFamily="18" charset="0"/>
              </a:rPr>
              <a:t> </a:t>
            </a:r>
            <a:r>
              <a:rPr lang="pt-BR" sz="1600" b="1" dirty="0" err="1">
                <a:effectLst/>
                <a:latin typeface="Times New Roman" panose="02020603050405020304" pitchFamily="18" charset="0"/>
                <a:ea typeface="Times New Roman" panose="02020603050405020304" pitchFamily="18" charset="0"/>
              </a:rPr>
              <a:t>Using</a:t>
            </a:r>
            <a:r>
              <a:rPr lang="pt-BR" sz="1600" b="1" dirty="0">
                <a:effectLst/>
                <a:latin typeface="Times New Roman" panose="02020603050405020304" pitchFamily="18" charset="0"/>
                <a:ea typeface="Times New Roman" panose="02020603050405020304" pitchFamily="18" charset="0"/>
              </a:rPr>
              <a:t> Artificial Neural Networks: A Review</a:t>
            </a:r>
            <a:r>
              <a:rPr lang="pt-BR" sz="1600" dirty="0">
                <a:effectLst/>
                <a:latin typeface="Times New Roman" panose="02020603050405020304" pitchFamily="18" charset="0"/>
                <a:ea typeface="Times New Roman" panose="02020603050405020304" pitchFamily="18" charset="0"/>
              </a:rPr>
              <a:t>. </a:t>
            </a:r>
            <a:r>
              <a:rPr lang="pt-BR" sz="1600" dirty="0" err="1">
                <a:effectLst/>
                <a:latin typeface="Times New Roman" panose="02020603050405020304" pitchFamily="18" charset="0"/>
                <a:ea typeface="Times New Roman" panose="02020603050405020304" pitchFamily="18" charset="0"/>
              </a:rPr>
              <a:t>Energies</a:t>
            </a:r>
            <a:r>
              <a:rPr lang="pt-BR" sz="1600" dirty="0">
                <a:effectLst/>
                <a:latin typeface="Times New Roman" panose="02020603050405020304" pitchFamily="18" charset="0"/>
                <a:ea typeface="Times New Roman" panose="02020603050405020304" pitchFamily="18" charset="0"/>
              </a:rPr>
              <a:t>, p. 5-8, 2019.</a:t>
            </a:r>
          </a:p>
          <a:p>
            <a:pPr marL="0" indent="0">
              <a:buNone/>
            </a:pPr>
            <a:endParaRPr lang="pt-BR" dirty="0"/>
          </a:p>
        </p:txBody>
      </p:sp>
    </p:spTree>
    <p:extLst>
      <p:ext uri="{BB962C8B-B14F-4D97-AF65-F5344CB8AC3E}">
        <p14:creationId xmlns:p14="http://schemas.microsoft.com/office/powerpoint/2010/main" val="1524113754"/>
      </p:ext>
    </p:extLst>
  </p:cSld>
  <p:clrMapOvr>
    <a:masterClrMapping/>
  </p:clrMapOvr>
</p:sld>
</file>

<file path=ppt/theme/theme1.xml><?xml version="1.0" encoding="utf-8"?>
<a:theme xmlns:a="http://schemas.openxmlformats.org/drawingml/2006/main" name="DividendVTI">
  <a:themeElements>
    <a:clrScheme name="Personalizada 2">
      <a:dk1>
        <a:sysClr val="windowText" lastClr="000000"/>
      </a:dk1>
      <a:lt1>
        <a:sysClr val="window" lastClr="FFFFFF"/>
      </a:lt1>
      <a:dk2>
        <a:srgbClr val="335B74"/>
      </a:dk2>
      <a:lt2>
        <a:srgbClr val="DFE3E5"/>
      </a:lt2>
      <a:accent1>
        <a:srgbClr val="003869"/>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Dividend">
      <a:majorFont>
        <a:latin typeface="Franklin Gothic Demi"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Franklin Gothic Book"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Office_41798623_TF33552983" id="{3F923CBD-04A0-41B3-B873-EF426160762E}" vid="{54083136-2BEC-4495-B8B7-3CA1817B37D9}"/>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{CAAA3F97-2726-4D10-97BE-18A208DDEC45}tf33552983_win32</Template>
  <TotalTime>1585</TotalTime>
  <Words>2256</Words>
  <Application>Microsoft Macintosh PowerPoint</Application>
  <PresentationFormat>Widescreen</PresentationFormat>
  <Paragraphs>207</Paragraphs>
  <Slides>29</Slides>
  <Notes>0</Notes>
  <HiddenSlides>0</HiddenSlides>
  <MMClips>0</MMClips>
  <ScaleCrop>false</ScaleCrop>
  <HeadingPairs>
    <vt:vector size="6" baseType="variant">
      <vt:variant>
        <vt:lpstr>Fontes usadas</vt:lpstr>
      </vt:variant>
      <vt:variant>
        <vt:i4>7</vt:i4>
      </vt:variant>
      <vt:variant>
        <vt:lpstr>Tema</vt:lpstr>
      </vt:variant>
      <vt:variant>
        <vt:i4>1</vt:i4>
      </vt:variant>
      <vt:variant>
        <vt:lpstr>Títulos de slides</vt:lpstr>
      </vt:variant>
      <vt:variant>
        <vt:i4>29</vt:i4>
      </vt:variant>
    </vt:vector>
  </HeadingPairs>
  <TitlesOfParts>
    <vt:vector size="37" baseType="lpstr">
      <vt:lpstr>Calibri</vt:lpstr>
      <vt:lpstr>Cambria Math</vt:lpstr>
      <vt:lpstr>Franklin Gothic Book</vt:lpstr>
      <vt:lpstr>Franklin Gothic Demi</vt:lpstr>
      <vt:lpstr>GkbvlxCrjfpxDmblnbRwgwvjKhlprnC</vt:lpstr>
      <vt:lpstr>Times New Roman</vt:lpstr>
      <vt:lpstr>Wingdings 2</vt:lpstr>
      <vt:lpstr>DividendVTI</vt:lpstr>
      <vt:lpstr>Apresentação do PowerPoint</vt:lpstr>
      <vt:lpstr>SUMÁRIO</vt:lpstr>
      <vt:lpstr>Introdução</vt:lpstr>
      <vt:lpstr>Consumo energético</vt:lpstr>
      <vt:lpstr>Gestão de faturas</vt:lpstr>
      <vt:lpstr>Gestão de faturas</vt:lpstr>
      <vt:lpstr>Previsão de dados</vt:lpstr>
      <vt:lpstr>Previsão de dados</vt:lpstr>
      <vt:lpstr>Redes neurais artificiais</vt:lpstr>
      <vt:lpstr>Redes Neurais Artificiais</vt:lpstr>
      <vt:lpstr>previsão</vt:lpstr>
      <vt:lpstr>METODOLOGIA</vt:lpstr>
      <vt:lpstr>Metodologia</vt:lpstr>
      <vt:lpstr>Base de dados</vt:lpstr>
      <vt:lpstr>Pré-processamento (EDIFÍCIO DE INTERESSE)</vt:lpstr>
      <vt:lpstr>Pré-processamento</vt:lpstr>
      <vt:lpstr>Pré-processamento</vt:lpstr>
      <vt:lpstr>Pré-processamento</vt:lpstr>
      <vt:lpstr>Pré-processamento</vt:lpstr>
      <vt:lpstr>Treino (validação cruzada)</vt:lpstr>
      <vt:lpstr>Treino (validação cruzada)</vt:lpstr>
      <vt:lpstr>Treino (validação cruzada)</vt:lpstr>
      <vt:lpstr>Treino (validação cruzada)</vt:lpstr>
      <vt:lpstr>Treino (validação cruzada)</vt:lpstr>
      <vt:lpstr>Resultados</vt:lpstr>
      <vt:lpstr>Resultados</vt:lpstr>
      <vt:lpstr>Conclusões</vt:lpstr>
      <vt:lpstr>Obrigado!</vt:lpstr>
      <vt:lpstr>referências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Title Lorem Ipsum</dc:title>
  <dc:creator>Evandro Coelho</dc:creator>
  <cp:lastModifiedBy>Evandro Ribeiro Gomes Coelho</cp:lastModifiedBy>
  <cp:revision>58</cp:revision>
  <dcterms:created xsi:type="dcterms:W3CDTF">2021-08-01T18:17:52Z</dcterms:created>
  <dcterms:modified xsi:type="dcterms:W3CDTF">2026-06-04T18:16:21Z</dcterms:modified>
</cp:coreProperties>
</file>